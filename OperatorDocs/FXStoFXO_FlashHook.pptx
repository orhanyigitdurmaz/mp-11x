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70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2BC74-EF56-FF4A-B10F-E49F55D4423A}" type="datetimeFigureOut">
              <a:rPr lang="en-US" smtClean="0"/>
              <a:pPr/>
              <a:t>3/10/2017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96CC0-0AE8-574E-AB44-D0AC8F9707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23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102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273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02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617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337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731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7069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618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94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9292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208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0589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6334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7634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0528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1884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6781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3149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704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9606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8051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0217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5063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96CC0-0AE8-574E-AB44-D0AC8F9707E8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238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3/10/2017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3/10/2017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5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0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8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1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3/10/2017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3/10/2017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3/10/2017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3/10/2017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3/10/2017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3/10/2017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3" indent="0">
              <a:buNone/>
              <a:defRPr sz="2400"/>
            </a:lvl3pPr>
            <a:lvl4pPr marL="1371530" indent="0">
              <a:buNone/>
              <a:defRPr sz="2000"/>
            </a:lvl4pPr>
            <a:lvl5pPr marL="1828706" indent="0">
              <a:buNone/>
              <a:defRPr sz="2000"/>
            </a:lvl5pPr>
            <a:lvl6pPr marL="2285883" indent="0">
              <a:buNone/>
              <a:defRPr sz="2000"/>
            </a:lvl6pPr>
            <a:lvl7pPr marL="2743060" indent="0">
              <a:buNone/>
              <a:defRPr sz="2000"/>
            </a:lvl7pPr>
            <a:lvl8pPr marL="3200236" indent="0">
              <a:buNone/>
              <a:defRPr sz="2000"/>
            </a:lvl8pPr>
            <a:lvl9pPr marL="3657413" indent="0">
              <a:buNone/>
              <a:defRPr sz="2000"/>
            </a:lvl9pPr>
          </a:lstStyle>
          <a:p>
            <a:pPr lvl="0"/>
            <a:r>
              <a:rPr lang="tr-TR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tr-T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3/10/2017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3/10/2017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tr-TR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4A2AC2-3487-0B48-8CAB-499ECB40A478}" type="datetimeFigureOut">
              <a:rPr lang="en-US" smtClean="0"/>
              <a:pPr/>
              <a:t>3/10/2017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647" y="274588"/>
            <a:ext cx="822870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647" y="1600647"/>
            <a:ext cx="8228707" cy="4525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647" y="6356821"/>
            <a:ext cx="2133079" cy="365001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+mn-ea"/>
                <a:cs typeface="Arial" pitchFamily="34" charset="0"/>
              </a:defRPr>
            </a:lvl1pPr>
          </a:lstStyle>
          <a:p>
            <a:fld id="{184A2AC2-3487-0B48-8CAB-499ECB40A478}" type="datetimeFigureOut">
              <a:rPr lang="en-US" smtClean="0"/>
              <a:pPr/>
              <a:t>3/10/2017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75" y="6356821"/>
            <a:ext cx="2895451" cy="365001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+mn-ea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75" y="6356821"/>
            <a:ext cx="2133079" cy="365001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+mn-ea"/>
                <a:cs typeface="Arial" pitchFamily="34" charset="0"/>
              </a:defRPr>
            </a:lvl1pPr>
          </a:lstStyle>
          <a:p>
            <a:fld id="{7918A6EE-CD81-5442-8CD2-61B0FC542A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145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맑은 고딕"/>
        </a:defRPr>
      </a:lvl1pPr>
      <a:lvl2pPr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2pPr>
      <a:lvl3pPr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3pPr>
      <a:lvl4pPr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4pPr>
      <a:lvl5pPr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5pPr>
      <a:lvl6pPr marL="321457"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6pPr>
      <a:lvl7pPr marL="642915"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7pPr>
      <a:lvl8pPr marL="964372"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8pPr>
      <a:lvl9pPr marL="1285829" algn="ctr" defTabSz="914145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/>
          <a:cs typeface="맑은 고딕"/>
        </a:defRPr>
      </a:lvl9pPr>
    </p:titleStyle>
    <p:bodyStyle>
      <a:lvl1pPr marL="342665" indent="-342665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맑은 고딕"/>
        </a:defRPr>
      </a:lvl1pPr>
      <a:lvl2pPr marL="742254" indent="-284624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맑은 고딕"/>
        </a:defRPr>
      </a:lvl2pPr>
      <a:lvl3pPr marL="1141844" indent="-227699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맑은 고딕"/>
        </a:defRPr>
      </a:lvl3pPr>
      <a:lvl4pPr marL="1599474" indent="-227699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4pPr>
      <a:lvl5pPr marL="2057104" indent="-227699" algn="l" defTabSz="91414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5pPr>
      <a:lvl6pPr marL="2514471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91435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51063"/>
            <a:ext cx="7772400" cy="1470025"/>
          </a:xfrm>
        </p:spPr>
        <p:txBody>
          <a:bodyPr/>
          <a:lstStyle/>
          <a:p>
            <a:r>
              <a:rPr lang="tr-TR" b="1" dirty="0" err="1" smtClean="0"/>
              <a:t>MP118</a:t>
            </a:r>
            <a:r>
              <a:rPr lang="tr-TR" b="1" dirty="0" smtClean="0"/>
              <a:t> </a:t>
            </a:r>
            <a:r>
              <a:rPr lang="tr-TR" b="1" dirty="0" err="1" smtClean="0"/>
              <a:t>4FXS</a:t>
            </a:r>
            <a:r>
              <a:rPr lang="tr-TR" b="1" dirty="0" smtClean="0"/>
              <a:t> </a:t>
            </a:r>
            <a:r>
              <a:rPr lang="tr-TR" b="1" dirty="0" err="1" smtClean="0"/>
              <a:t>4FXO</a:t>
            </a:r>
            <a:r>
              <a:rPr lang="tr-TR" b="1" dirty="0" smtClean="0"/>
              <a:t> </a:t>
            </a:r>
            <a:r>
              <a:rPr lang="tr-TR" b="1" dirty="0" err="1" smtClean="0"/>
              <a:t>FlashHook</a:t>
            </a:r>
            <a:r>
              <a:rPr lang="tr-TR" b="1" dirty="0" smtClean="0"/>
              <a:t/>
            </a:r>
            <a:br>
              <a:rPr lang="tr-TR" b="1" dirty="0" smtClean="0"/>
            </a:br>
            <a:r>
              <a:rPr lang="tr-TR" b="1" dirty="0" smtClean="0"/>
              <a:t>Transfer</a:t>
            </a:r>
            <a:endParaRPr lang="en-US" b="1" dirty="0"/>
          </a:p>
        </p:txBody>
      </p:sp>
      <p:sp>
        <p:nvSpPr>
          <p:cNvPr id="6" name="Subtitle 6"/>
          <p:cNvSpPr txBox="1">
            <a:spLocks/>
          </p:cNvSpPr>
          <p:nvPr/>
        </p:nvSpPr>
        <p:spPr>
          <a:xfrm>
            <a:off x="1433215" y="4941168"/>
            <a:ext cx="6400354" cy="962174"/>
          </a:xfrm>
          <a:prstGeom prst="rect">
            <a:avLst/>
          </a:prstGeom>
        </p:spPr>
        <p:txBody>
          <a:bodyPr lIns="91435" tIns="45718" rIns="91435" bIns="45718"/>
          <a:lstStyle/>
          <a:p>
            <a:pPr marL="342665" indent="-342665" algn="ctr" eaLnBrk="0" latinLnBrk="1" hangingPunct="0">
              <a:spcBef>
                <a:spcPct val="20000"/>
              </a:spcBef>
              <a:defRPr/>
            </a:pPr>
            <a:r>
              <a:rPr lang="tr-TR" sz="17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(Bircom Ergin BOYACI </a:t>
            </a:r>
            <a:r>
              <a:rPr lang="tr-TR" sz="1700" dirty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– Müşteri Deneyimi ve Ürün Geliştirme)</a:t>
            </a:r>
          </a:p>
          <a:p>
            <a:pPr marL="342665" indent="-342665" algn="ctr" eaLnBrk="0" latinLnBrk="1" hangingPunct="0">
              <a:spcBef>
                <a:spcPct val="20000"/>
              </a:spcBef>
              <a:defRPr/>
            </a:pPr>
            <a:r>
              <a:rPr lang="tr-TR" sz="17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2017</a:t>
            </a:r>
            <a:endParaRPr lang="tr-TR" sz="5100" dirty="0">
              <a:effectLst>
                <a:outerShdw blurRad="38100" dist="38100" dir="2700000" algn="tl">
                  <a:srgbClr val="C0C0C0"/>
                </a:outerShdw>
              </a:effectLst>
              <a:latin typeface="Calibri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1523537"/>
            <a:ext cx="2019300" cy="571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 smtClean="0"/>
              <a:t>FXS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to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FXO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AutoDial</a:t>
            </a:r>
            <a:r>
              <a:rPr lang="tr-TR" sz="1800" b="1" dirty="0" smtClean="0"/>
              <a:t> Yöntemini</a:t>
            </a:r>
            <a:endParaRPr lang="en-US" sz="1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827584" y="2419147"/>
            <a:ext cx="772455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dirty="0" smtClean="0"/>
              <a:t>Aşağıdaki örnekte </a:t>
            </a:r>
            <a:r>
              <a:rPr lang="tr-TR" sz="2800" dirty="0" err="1" smtClean="0"/>
              <a:t>MP118</a:t>
            </a:r>
            <a:r>
              <a:rPr lang="tr-TR" sz="2800" dirty="0" smtClean="0"/>
              <a:t> 4 </a:t>
            </a:r>
            <a:r>
              <a:rPr lang="tr-TR" sz="2800" dirty="0" err="1" smtClean="0"/>
              <a:t>FXS</a:t>
            </a:r>
            <a:r>
              <a:rPr lang="tr-TR" sz="2800" dirty="0" smtClean="0"/>
              <a:t> ve 4 </a:t>
            </a:r>
            <a:r>
              <a:rPr lang="tr-TR" sz="2800" dirty="0" err="1" smtClean="0"/>
              <a:t>FXO</a:t>
            </a:r>
            <a:r>
              <a:rPr lang="tr-TR" sz="2800" dirty="0" smtClean="0"/>
              <a:t> </a:t>
            </a:r>
          </a:p>
          <a:p>
            <a:r>
              <a:rPr lang="tr-TR" sz="2800" dirty="0" smtClean="0"/>
              <a:t>cihazı kullanılmıştır ve 1 </a:t>
            </a:r>
            <a:r>
              <a:rPr lang="tr-TR" sz="2800" dirty="0" err="1" smtClean="0"/>
              <a:t>nolu</a:t>
            </a:r>
            <a:r>
              <a:rPr lang="tr-TR" sz="2800" dirty="0" smtClean="0"/>
              <a:t> </a:t>
            </a:r>
            <a:r>
              <a:rPr lang="tr-TR" sz="2800" dirty="0" err="1" smtClean="0"/>
              <a:t>FXS</a:t>
            </a:r>
            <a:r>
              <a:rPr lang="tr-TR" sz="2800" dirty="0" smtClean="0"/>
              <a:t> ile</a:t>
            </a:r>
          </a:p>
          <a:p>
            <a:r>
              <a:rPr lang="tr-TR" sz="2800" dirty="0" smtClean="0"/>
              <a:t>1 </a:t>
            </a:r>
            <a:r>
              <a:rPr lang="tr-TR" sz="2800" dirty="0" err="1" smtClean="0"/>
              <a:t>nolu</a:t>
            </a:r>
            <a:r>
              <a:rPr lang="tr-TR" sz="2800" dirty="0" smtClean="0"/>
              <a:t> </a:t>
            </a:r>
            <a:r>
              <a:rPr lang="tr-TR" sz="2800" dirty="0" err="1" smtClean="0"/>
              <a:t>FXO</a:t>
            </a:r>
            <a:r>
              <a:rPr lang="tr-TR" sz="2800" dirty="0" smtClean="0"/>
              <a:t> portu eşleştirilerek uygulama yapılmıştır.</a:t>
            </a:r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15852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 smtClean="0"/>
              <a:t>FXS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to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FXO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AutoDial</a:t>
            </a:r>
            <a:r>
              <a:rPr lang="tr-TR" sz="1800" b="1" dirty="0" smtClean="0"/>
              <a:t> Yöntemini</a:t>
            </a:r>
            <a:endParaRPr lang="en-US" sz="1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43" y="1052736"/>
            <a:ext cx="8639324" cy="3390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5536" y="4797152"/>
            <a:ext cx="4608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EndPoint</a:t>
            </a:r>
            <a:r>
              <a:rPr lang="tr-TR" dirty="0" smtClean="0"/>
              <a:t> Telefon hatları sanal olarak tanımlanır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3856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 smtClean="0"/>
              <a:t>FXS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to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FXO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AutoDial</a:t>
            </a:r>
            <a:r>
              <a:rPr lang="tr-TR" sz="1800" b="1" dirty="0" smtClean="0"/>
              <a:t> Yöntemini</a:t>
            </a:r>
            <a:endParaRPr lang="en-US" sz="1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71" y="908720"/>
            <a:ext cx="8820150" cy="36004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5621" y="4869160"/>
            <a:ext cx="3777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HuntGroup</a:t>
            </a:r>
            <a:r>
              <a:rPr lang="tr-TR" dirty="0" smtClean="0"/>
              <a:t> çalışma </a:t>
            </a:r>
            <a:r>
              <a:rPr lang="tr-TR" dirty="0" err="1" smtClean="0"/>
              <a:t>modları</a:t>
            </a:r>
            <a:r>
              <a:rPr lang="tr-TR" dirty="0" smtClean="0"/>
              <a:t> tanımlanır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2699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 smtClean="0"/>
              <a:t>FXS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to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FXO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AutoDial</a:t>
            </a:r>
            <a:r>
              <a:rPr lang="tr-TR" sz="1800" b="1" dirty="0" smtClean="0"/>
              <a:t> Yöntemini</a:t>
            </a:r>
            <a:endParaRPr lang="en-US" sz="1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980728"/>
            <a:ext cx="8498532" cy="3467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3528" y="4869160"/>
            <a:ext cx="2154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IP </a:t>
            </a:r>
            <a:r>
              <a:rPr lang="tr-TR" dirty="0" err="1" smtClean="0"/>
              <a:t>Profile1</a:t>
            </a:r>
            <a:r>
              <a:rPr lang="tr-TR" dirty="0" smtClean="0"/>
              <a:t> tanımlanır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71778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 smtClean="0"/>
              <a:t>FXS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to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FXO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AutoDial</a:t>
            </a:r>
            <a:r>
              <a:rPr lang="tr-TR" sz="1800" b="1" dirty="0" smtClean="0"/>
              <a:t> Yöntemini</a:t>
            </a:r>
            <a:endParaRPr lang="en-US" sz="1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21" y="908720"/>
            <a:ext cx="8662169" cy="450758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21465" y="5670367"/>
            <a:ext cx="4790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1 </a:t>
            </a:r>
            <a:r>
              <a:rPr lang="tr-TR" dirty="0" err="1" smtClean="0"/>
              <a:t>nolu</a:t>
            </a:r>
            <a:r>
              <a:rPr lang="tr-TR" dirty="0" smtClean="0"/>
              <a:t> ip profildeki bekletme servisi </a:t>
            </a:r>
            <a:r>
              <a:rPr lang="tr-TR" dirty="0" err="1" smtClean="0"/>
              <a:t>Disable</a:t>
            </a:r>
            <a:r>
              <a:rPr lang="tr-TR" dirty="0" smtClean="0"/>
              <a:t> edilir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9477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 smtClean="0"/>
              <a:t>FXS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to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FXO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AutoDial</a:t>
            </a:r>
            <a:r>
              <a:rPr lang="tr-TR" sz="1800" b="1" dirty="0" smtClean="0"/>
              <a:t> Yöntemini</a:t>
            </a:r>
            <a:endParaRPr lang="en-US" sz="1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908" y="908720"/>
            <a:ext cx="8484245" cy="3886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7544" y="5157192"/>
            <a:ext cx="5073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Analog </a:t>
            </a:r>
            <a:r>
              <a:rPr lang="tr-TR" dirty="0" err="1" smtClean="0"/>
              <a:t>signal</a:t>
            </a:r>
            <a:r>
              <a:rPr lang="tr-TR" dirty="0" smtClean="0"/>
              <a:t> transport </a:t>
            </a:r>
            <a:r>
              <a:rPr lang="tr-TR" dirty="0" err="1" smtClean="0"/>
              <a:t>Type</a:t>
            </a:r>
            <a:r>
              <a:rPr lang="tr-TR" dirty="0" smtClean="0"/>
              <a:t> resimdeki gibi ayarlanır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50253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 smtClean="0"/>
              <a:t>FXS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to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FXO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AutoDial</a:t>
            </a:r>
            <a:r>
              <a:rPr lang="tr-TR" sz="1800" b="1" dirty="0" smtClean="0"/>
              <a:t> Yöntemini</a:t>
            </a:r>
            <a:endParaRPr lang="en-US" sz="1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980728"/>
            <a:ext cx="8387854" cy="365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5536" y="5013176"/>
            <a:ext cx="3176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HookFlash</a:t>
            </a:r>
            <a:r>
              <a:rPr lang="tr-TR" dirty="0" smtClean="0"/>
              <a:t> time </a:t>
            </a:r>
            <a:r>
              <a:rPr lang="tr-TR" dirty="0" err="1" smtClean="0"/>
              <a:t>period</a:t>
            </a:r>
            <a:r>
              <a:rPr lang="tr-TR" dirty="0" smtClean="0"/>
              <a:t> ayarlanır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5723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 smtClean="0"/>
              <a:t>FXS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to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FXO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AutoDial</a:t>
            </a:r>
            <a:r>
              <a:rPr lang="tr-TR" sz="1800" b="1" dirty="0" smtClean="0"/>
              <a:t> Yöntemini</a:t>
            </a:r>
            <a:endParaRPr lang="en-US" sz="1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836712"/>
            <a:ext cx="8258125" cy="439747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3608" y="5445224"/>
            <a:ext cx="3485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FXO</a:t>
            </a:r>
            <a:r>
              <a:rPr lang="tr-TR" dirty="0" smtClean="0"/>
              <a:t> ayarı </a:t>
            </a:r>
            <a:r>
              <a:rPr lang="tr-TR" dirty="0" err="1" smtClean="0"/>
              <a:t>Two</a:t>
            </a:r>
            <a:r>
              <a:rPr lang="tr-TR" dirty="0" smtClean="0"/>
              <a:t> </a:t>
            </a:r>
            <a:r>
              <a:rPr lang="tr-TR" dirty="0" err="1" smtClean="0"/>
              <a:t>stage</a:t>
            </a:r>
            <a:r>
              <a:rPr lang="tr-TR" dirty="0" smtClean="0"/>
              <a:t> olarak </a:t>
            </a:r>
            <a:r>
              <a:rPr lang="tr-TR" dirty="0" err="1" smtClean="0"/>
              <a:t>ayaranır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0020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 smtClean="0"/>
              <a:t>FXS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to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FXO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AutoDial</a:t>
            </a:r>
            <a:r>
              <a:rPr lang="tr-TR" sz="1800" b="1" dirty="0" smtClean="0"/>
              <a:t> Yöntemini</a:t>
            </a:r>
            <a:endParaRPr lang="en-US" sz="1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908720"/>
            <a:ext cx="8215499" cy="38004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1560" y="5085184"/>
            <a:ext cx="841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Tel </a:t>
            </a:r>
            <a:r>
              <a:rPr lang="tr-TR" dirty="0" err="1" smtClean="0"/>
              <a:t>to</a:t>
            </a:r>
            <a:r>
              <a:rPr lang="tr-TR" dirty="0" smtClean="0"/>
              <a:t> IP </a:t>
            </a:r>
            <a:r>
              <a:rPr lang="tr-TR" dirty="0" err="1" smtClean="0"/>
              <a:t>routing</a:t>
            </a:r>
            <a:r>
              <a:rPr lang="tr-TR" dirty="0" smtClean="0"/>
              <a:t> Dest ip si diğer </a:t>
            </a:r>
            <a:r>
              <a:rPr lang="tr-TR" dirty="0" err="1" smtClean="0"/>
              <a:t>AC</a:t>
            </a:r>
            <a:r>
              <a:rPr lang="tr-TR" dirty="0" smtClean="0"/>
              <a:t> veya aynı </a:t>
            </a:r>
            <a:r>
              <a:rPr lang="tr-TR" dirty="0" err="1" smtClean="0"/>
              <a:t>AC</a:t>
            </a:r>
            <a:r>
              <a:rPr lang="tr-TR" dirty="0" smtClean="0"/>
              <a:t> </a:t>
            </a:r>
            <a:r>
              <a:rPr lang="tr-TR" dirty="0" err="1" smtClean="0"/>
              <a:t>nin</a:t>
            </a:r>
            <a:r>
              <a:rPr lang="tr-TR" dirty="0" smtClean="0"/>
              <a:t> IP si olabilir, IP profile 1 olarak seçilir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5068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 smtClean="0"/>
              <a:t>FXS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to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FXO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AutoDial</a:t>
            </a:r>
            <a:r>
              <a:rPr lang="tr-TR" sz="1800" b="1" dirty="0" smtClean="0"/>
              <a:t> Yöntemini</a:t>
            </a:r>
            <a:endParaRPr lang="en-US" sz="1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908720"/>
            <a:ext cx="8429774" cy="39909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576" y="5229200"/>
            <a:ext cx="3613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IP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Hunt</a:t>
            </a:r>
            <a:r>
              <a:rPr lang="tr-TR" dirty="0" smtClean="0"/>
              <a:t> </a:t>
            </a:r>
            <a:r>
              <a:rPr lang="tr-TR" dirty="0" err="1" smtClean="0"/>
              <a:t>group</a:t>
            </a:r>
            <a:r>
              <a:rPr lang="tr-TR" dirty="0" smtClean="0"/>
              <a:t> </a:t>
            </a:r>
            <a:r>
              <a:rPr lang="tr-TR" dirty="0" err="1" smtClean="0"/>
              <a:t>setting</a:t>
            </a:r>
            <a:r>
              <a:rPr lang="tr-TR" dirty="0" smtClean="0"/>
              <a:t> böyle yapılır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83978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 smtClean="0"/>
              <a:t>FXS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to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FXO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AutoDial</a:t>
            </a:r>
            <a:r>
              <a:rPr lang="tr-TR" sz="1800" b="1" dirty="0" smtClean="0"/>
              <a:t> Yöntemini</a:t>
            </a:r>
            <a:endParaRPr lang="en-US" sz="1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13" y="1041923"/>
            <a:ext cx="8626051" cy="411526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5576" y="5517232"/>
            <a:ext cx="2042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Audial</a:t>
            </a:r>
            <a:r>
              <a:rPr lang="tr-TR" dirty="0" smtClean="0"/>
              <a:t> ayarları </a:t>
            </a:r>
            <a:r>
              <a:rPr lang="tr-TR" dirty="0" err="1" smtClean="0"/>
              <a:t>ypılır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57459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 smtClean="0"/>
              <a:t>FXS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to</a:t>
            </a:r>
            <a:r>
              <a:rPr lang="tr-TR" sz="1800" b="1" dirty="0" smtClean="0"/>
              <a:t> </a:t>
            </a:r>
            <a:r>
              <a:rPr lang="tr-TR" sz="1800" b="1" dirty="0" err="1" smtClean="0"/>
              <a:t>FXO</a:t>
            </a:r>
            <a:r>
              <a:rPr lang="tr-TR" sz="1800" b="1" dirty="0" smtClean="0"/>
              <a:t> arama</a:t>
            </a:r>
            <a:endParaRPr lang="en-US" sz="1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827584" y="2419147"/>
            <a:ext cx="772455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dirty="0" smtClean="0"/>
              <a:t>Aşağıdaki örnekte </a:t>
            </a:r>
            <a:r>
              <a:rPr lang="tr-TR" sz="2800" dirty="0" err="1" smtClean="0"/>
              <a:t>MP118</a:t>
            </a:r>
            <a:r>
              <a:rPr lang="tr-TR" sz="2800" dirty="0" smtClean="0"/>
              <a:t> 4 </a:t>
            </a:r>
            <a:r>
              <a:rPr lang="tr-TR" sz="2800" dirty="0" err="1" smtClean="0"/>
              <a:t>FXS</a:t>
            </a:r>
            <a:r>
              <a:rPr lang="tr-TR" sz="2800" dirty="0" smtClean="0"/>
              <a:t> ve 4 </a:t>
            </a:r>
            <a:r>
              <a:rPr lang="tr-TR" sz="2800" dirty="0" err="1" smtClean="0"/>
              <a:t>FXO</a:t>
            </a:r>
            <a:r>
              <a:rPr lang="tr-TR" sz="2800" dirty="0" smtClean="0"/>
              <a:t> </a:t>
            </a:r>
          </a:p>
          <a:p>
            <a:r>
              <a:rPr lang="tr-TR" sz="2800" dirty="0" smtClean="0"/>
              <a:t>cihazı kullanılmıştır ve 1 </a:t>
            </a:r>
            <a:r>
              <a:rPr lang="tr-TR" sz="2800" dirty="0" err="1" smtClean="0"/>
              <a:t>nolu</a:t>
            </a:r>
            <a:r>
              <a:rPr lang="tr-TR" sz="2800" dirty="0" smtClean="0"/>
              <a:t> </a:t>
            </a:r>
            <a:r>
              <a:rPr lang="tr-TR" sz="2800" dirty="0" err="1" smtClean="0"/>
              <a:t>FXS</a:t>
            </a:r>
            <a:r>
              <a:rPr lang="tr-TR" sz="2800" dirty="0" smtClean="0"/>
              <a:t> ile</a:t>
            </a:r>
          </a:p>
          <a:p>
            <a:r>
              <a:rPr lang="tr-TR" sz="2800" dirty="0" smtClean="0"/>
              <a:t>1 </a:t>
            </a:r>
            <a:r>
              <a:rPr lang="tr-TR" sz="2800" dirty="0" err="1" smtClean="0"/>
              <a:t>nolu</a:t>
            </a:r>
            <a:r>
              <a:rPr lang="tr-TR" sz="2800" dirty="0" smtClean="0"/>
              <a:t> </a:t>
            </a:r>
            <a:r>
              <a:rPr lang="tr-TR" sz="2800" dirty="0" err="1" smtClean="0"/>
              <a:t>FXO</a:t>
            </a:r>
            <a:r>
              <a:rPr lang="tr-TR" sz="2800" dirty="0" smtClean="0"/>
              <a:t> portu eşleştirilerek uygulama yapılmıştır.</a:t>
            </a:r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52418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/>
              <a:t>FXS</a:t>
            </a:r>
            <a:r>
              <a:rPr lang="tr-TR" sz="1800" b="1" dirty="0"/>
              <a:t> </a:t>
            </a:r>
            <a:r>
              <a:rPr lang="tr-TR" sz="1800" b="1" dirty="0" err="1"/>
              <a:t>to</a:t>
            </a:r>
            <a:r>
              <a:rPr lang="tr-TR" sz="1800" b="1" dirty="0"/>
              <a:t> </a:t>
            </a:r>
            <a:r>
              <a:rPr lang="tr-TR" sz="1800" b="1" dirty="0" err="1"/>
              <a:t>FXO</a:t>
            </a:r>
            <a:r>
              <a:rPr lang="tr-TR" sz="1800" b="1" dirty="0"/>
              <a:t> arama</a:t>
            </a:r>
            <a:endParaRPr lang="en-US" sz="1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43" y="1052736"/>
            <a:ext cx="8639324" cy="3390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5536" y="4797152"/>
            <a:ext cx="4608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EndPoint</a:t>
            </a:r>
            <a:r>
              <a:rPr lang="tr-TR" dirty="0" smtClean="0"/>
              <a:t> Telefon hatları sanal olarak tanımlanır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1085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/>
              <a:t>FXS</a:t>
            </a:r>
            <a:r>
              <a:rPr lang="tr-TR" sz="1800" b="1" dirty="0"/>
              <a:t> </a:t>
            </a:r>
            <a:r>
              <a:rPr lang="tr-TR" sz="1800" b="1" dirty="0" err="1"/>
              <a:t>to</a:t>
            </a:r>
            <a:r>
              <a:rPr lang="tr-TR" sz="1800" b="1" dirty="0"/>
              <a:t> </a:t>
            </a:r>
            <a:r>
              <a:rPr lang="tr-TR" sz="1800" b="1" dirty="0" err="1"/>
              <a:t>FXO</a:t>
            </a:r>
            <a:r>
              <a:rPr lang="tr-TR" sz="1800" b="1" dirty="0"/>
              <a:t> arama</a:t>
            </a:r>
            <a:endParaRPr lang="en-US" sz="1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85621" y="4869160"/>
            <a:ext cx="3777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HuntGroup</a:t>
            </a:r>
            <a:r>
              <a:rPr lang="tr-TR" dirty="0" smtClean="0"/>
              <a:t> çalışma </a:t>
            </a:r>
            <a:r>
              <a:rPr lang="tr-TR" dirty="0" err="1" smtClean="0"/>
              <a:t>modları</a:t>
            </a:r>
            <a:r>
              <a:rPr lang="tr-TR" dirty="0" smtClean="0"/>
              <a:t> tanımlanır</a:t>
            </a:r>
            <a:endParaRPr 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016" y="981774"/>
            <a:ext cx="8667750" cy="364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998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/>
              <a:t>FXS</a:t>
            </a:r>
            <a:r>
              <a:rPr lang="tr-TR" sz="1800" b="1" dirty="0"/>
              <a:t> </a:t>
            </a:r>
            <a:r>
              <a:rPr lang="tr-TR" sz="1800" b="1" dirty="0" err="1"/>
              <a:t>to</a:t>
            </a:r>
            <a:r>
              <a:rPr lang="tr-TR" sz="1800" b="1" dirty="0"/>
              <a:t> </a:t>
            </a:r>
            <a:r>
              <a:rPr lang="tr-TR" sz="1800" b="1" dirty="0" err="1"/>
              <a:t>FXO</a:t>
            </a:r>
            <a:r>
              <a:rPr lang="tr-TR" sz="1800" b="1" dirty="0"/>
              <a:t> arama</a:t>
            </a:r>
            <a:endParaRPr lang="en-US" sz="1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980728"/>
            <a:ext cx="8498532" cy="3467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3528" y="4869160"/>
            <a:ext cx="2154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IP </a:t>
            </a:r>
            <a:r>
              <a:rPr lang="tr-TR" dirty="0" err="1" smtClean="0"/>
              <a:t>Profile1</a:t>
            </a:r>
            <a:r>
              <a:rPr lang="tr-TR" dirty="0" smtClean="0"/>
              <a:t> tanımlanır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19964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/>
              <a:t>FXS</a:t>
            </a:r>
            <a:r>
              <a:rPr lang="tr-TR" sz="1800" b="1" dirty="0"/>
              <a:t> </a:t>
            </a:r>
            <a:r>
              <a:rPr lang="tr-TR" sz="1800" b="1" dirty="0" err="1"/>
              <a:t>to</a:t>
            </a:r>
            <a:r>
              <a:rPr lang="tr-TR" sz="1800" b="1" dirty="0"/>
              <a:t> </a:t>
            </a:r>
            <a:r>
              <a:rPr lang="tr-TR" sz="1800" b="1" dirty="0" err="1"/>
              <a:t>FXO</a:t>
            </a:r>
            <a:r>
              <a:rPr lang="tr-TR" sz="1800" b="1" dirty="0"/>
              <a:t> arama</a:t>
            </a:r>
            <a:endParaRPr lang="en-US" sz="1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21" y="908720"/>
            <a:ext cx="8662169" cy="450758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21465" y="5670367"/>
            <a:ext cx="4790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1 </a:t>
            </a:r>
            <a:r>
              <a:rPr lang="tr-TR" dirty="0" err="1" smtClean="0"/>
              <a:t>nolu</a:t>
            </a:r>
            <a:r>
              <a:rPr lang="tr-TR" dirty="0" smtClean="0"/>
              <a:t> ip profildeki bekletme servisi </a:t>
            </a:r>
            <a:r>
              <a:rPr lang="tr-TR" dirty="0" err="1" smtClean="0"/>
              <a:t>Disable</a:t>
            </a:r>
            <a:r>
              <a:rPr lang="tr-TR" dirty="0" smtClean="0"/>
              <a:t> edilir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23559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/>
              <a:t>FXS</a:t>
            </a:r>
            <a:r>
              <a:rPr lang="tr-TR" sz="1800" b="1" dirty="0"/>
              <a:t> </a:t>
            </a:r>
            <a:r>
              <a:rPr lang="tr-TR" sz="1800" b="1" dirty="0" err="1"/>
              <a:t>to</a:t>
            </a:r>
            <a:r>
              <a:rPr lang="tr-TR" sz="1800" b="1" dirty="0"/>
              <a:t> </a:t>
            </a:r>
            <a:r>
              <a:rPr lang="tr-TR" sz="1800" b="1" dirty="0" err="1"/>
              <a:t>FXO</a:t>
            </a:r>
            <a:r>
              <a:rPr lang="tr-TR" sz="1800" b="1" dirty="0"/>
              <a:t> arama</a:t>
            </a:r>
            <a:endParaRPr lang="en-US" sz="1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908" y="908720"/>
            <a:ext cx="8484245" cy="3886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7544" y="5157192"/>
            <a:ext cx="5073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Analog </a:t>
            </a:r>
            <a:r>
              <a:rPr lang="tr-TR" dirty="0" err="1" smtClean="0"/>
              <a:t>signal</a:t>
            </a:r>
            <a:r>
              <a:rPr lang="tr-TR" dirty="0" smtClean="0"/>
              <a:t> transport </a:t>
            </a:r>
            <a:r>
              <a:rPr lang="tr-TR" dirty="0" err="1" smtClean="0"/>
              <a:t>Type</a:t>
            </a:r>
            <a:r>
              <a:rPr lang="tr-TR" dirty="0" smtClean="0"/>
              <a:t> resimdeki gibi ayarlanır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0597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/>
              <a:t>FXS</a:t>
            </a:r>
            <a:r>
              <a:rPr lang="tr-TR" sz="1800" b="1" dirty="0"/>
              <a:t> </a:t>
            </a:r>
            <a:r>
              <a:rPr lang="tr-TR" sz="1800" b="1" dirty="0" err="1"/>
              <a:t>to</a:t>
            </a:r>
            <a:r>
              <a:rPr lang="tr-TR" sz="1800" b="1" dirty="0"/>
              <a:t> </a:t>
            </a:r>
            <a:r>
              <a:rPr lang="tr-TR" sz="1800" b="1" dirty="0" err="1"/>
              <a:t>FXO</a:t>
            </a:r>
            <a:r>
              <a:rPr lang="tr-TR" sz="1800" b="1" dirty="0"/>
              <a:t> arama</a:t>
            </a:r>
            <a:endParaRPr lang="en-US" sz="1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980728"/>
            <a:ext cx="8387854" cy="365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5536" y="5013176"/>
            <a:ext cx="3176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HookFlash</a:t>
            </a:r>
            <a:r>
              <a:rPr lang="tr-TR" dirty="0" smtClean="0"/>
              <a:t> time </a:t>
            </a:r>
            <a:r>
              <a:rPr lang="tr-TR" dirty="0" err="1" smtClean="0"/>
              <a:t>period</a:t>
            </a:r>
            <a:r>
              <a:rPr lang="tr-TR" dirty="0" smtClean="0"/>
              <a:t> ayarlanır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83556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/>
              <a:t>FXS</a:t>
            </a:r>
            <a:r>
              <a:rPr lang="tr-TR" sz="1800" b="1" dirty="0"/>
              <a:t> </a:t>
            </a:r>
            <a:r>
              <a:rPr lang="tr-TR" sz="1800" b="1" dirty="0" err="1"/>
              <a:t>to</a:t>
            </a:r>
            <a:r>
              <a:rPr lang="tr-TR" sz="1800" b="1" dirty="0"/>
              <a:t> </a:t>
            </a:r>
            <a:r>
              <a:rPr lang="tr-TR" sz="1800" b="1" dirty="0" err="1"/>
              <a:t>FXO</a:t>
            </a:r>
            <a:r>
              <a:rPr lang="tr-TR" sz="1800" b="1" dirty="0"/>
              <a:t> arama</a:t>
            </a:r>
            <a:endParaRPr lang="en-US" sz="1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43608" y="5445224"/>
            <a:ext cx="3487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FXO</a:t>
            </a:r>
            <a:r>
              <a:rPr lang="tr-TR" dirty="0" smtClean="0"/>
              <a:t> ayarı </a:t>
            </a:r>
            <a:r>
              <a:rPr lang="tr-TR" dirty="0" err="1" smtClean="0"/>
              <a:t>One</a:t>
            </a:r>
            <a:r>
              <a:rPr lang="tr-TR" dirty="0" smtClean="0"/>
              <a:t> </a:t>
            </a:r>
            <a:r>
              <a:rPr lang="tr-TR" dirty="0" err="1" smtClean="0"/>
              <a:t>stage</a:t>
            </a:r>
            <a:r>
              <a:rPr lang="tr-TR" dirty="0" smtClean="0"/>
              <a:t> olarak </a:t>
            </a:r>
            <a:r>
              <a:rPr lang="tr-TR" dirty="0" err="1" smtClean="0"/>
              <a:t>ayaranır</a:t>
            </a:r>
            <a:endParaRPr 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931" y="962042"/>
            <a:ext cx="8617595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22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/>
              <a:t>FXS</a:t>
            </a:r>
            <a:r>
              <a:rPr lang="tr-TR" sz="1800" b="1" dirty="0"/>
              <a:t> </a:t>
            </a:r>
            <a:r>
              <a:rPr lang="tr-TR" sz="1800" b="1" dirty="0" err="1"/>
              <a:t>to</a:t>
            </a:r>
            <a:r>
              <a:rPr lang="tr-TR" sz="1800" b="1" dirty="0"/>
              <a:t> </a:t>
            </a:r>
            <a:r>
              <a:rPr lang="tr-TR" sz="1800" b="1" dirty="0" err="1"/>
              <a:t>FXO</a:t>
            </a:r>
            <a:r>
              <a:rPr lang="tr-TR" sz="1800" b="1" dirty="0"/>
              <a:t> arama</a:t>
            </a:r>
            <a:endParaRPr lang="en-US" sz="1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908720"/>
            <a:ext cx="8215499" cy="38004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1560" y="5085184"/>
            <a:ext cx="841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Tel </a:t>
            </a:r>
            <a:r>
              <a:rPr lang="tr-TR" dirty="0" err="1" smtClean="0"/>
              <a:t>to</a:t>
            </a:r>
            <a:r>
              <a:rPr lang="tr-TR" dirty="0" smtClean="0"/>
              <a:t> IP </a:t>
            </a:r>
            <a:r>
              <a:rPr lang="tr-TR" dirty="0" err="1" smtClean="0"/>
              <a:t>routing</a:t>
            </a:r>
            <a:r>
              <a:rPr lang="tr-TR" dirty="0" smtClean="0"/>
              <a:t> Dest ip si diğer </a:t>
            </a:r>
            <a:r>
              <a:rPr lang="tr-TR" dirty="0" err="1" smtClean="0"/>
              <a:t>AC</a:t>
            </a:r>
            <a:r>
              <a:rPr lang="tr-TR" dirty="0" smtClean="0"/>
              <a:t> veya aynı </a:t>
            </a:r>
            <a:r>
              <a:rPr lang="tr-TR" dirty="0" err="1" smtClean="0"/>
              <a:t>AC</a:t>
            </a:r>
            <a:r>
              <a:rPr lang="tr-TR" dirty="0" smtClean="0"/>
              <a:t> </a:t>
            </a:r>
            <a:r>
              <a:rPr lang="tr-TR" dirty="0" err="1" smtClean="0"/>
              <a:t>nin</a:t>
            </a:r>
            <a:r>
              <a:rPr lang="tr-TR" dirty="0" smtClean="0"/>
              <a:t> IP si olabilir, IP profile 1 olarak seçilir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11204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/>
              <a:t>FXS</a:t>
            </a:r>
            <a:r>
              <a:rPr lang="tr-TR" sz="1800" b="1" dirty="0"/>
              <a:t> </a:t>
            </a:r>
            <a:r>
              <a:rPr lang="tr-TR" sz="1800" b="1" dirty="0" err="1"/>
              <a:t>to</a:t>
            </a:r>
            <a:r>
              <a:rPr lang="tr-TR" sz="1800" b="1" dirty="0"/>
              <a:t> </a:t>
            </a:r>
            <a:r>
              <a:rPr lang="tr-TR" sz="1800" b="1" dirty="0" err="1"/>
              <a:t>FXO</a:t>
            </a:r>
            <a:r>
              <a:rPr lang="tr-TR" sz="1800" b="1" dirty="0"/>
              <a:t> arama</a:t>
            </a:r>
            <a:endParaRPr lang="en-US" sz="1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55576" y="5229200"/>
            <a:ext cx="3613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IP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Hunt</a:t>
            </a:r>
            <a:r>
              <a:rPr lang="tr-TR" dirty="0" smtClean="0"/>
              <a:t> </a:t>
            </a:r>
            <a:r>
              <a:rPr lang="tr-TR" dirty="0" err="1" smtClean="0"/>
              <a:t>group</a:t>
            </a:r>
            <a:r>
              <a:rPr lang="tr-TR" dirty="0" smtClean="0"/>
              <a:t> </a:t>
            </a:r>
            <a:r>
              <a:rPr lang="tr-TR" dirty="0" err="1" smtClean="0"/>
              <a:t>setting</a:t>
            </a:r>
            <a:r>
              <a:rPr lang="tr-TR" dirty="0" smtClean="0"/>
              <a:t> böyle yapılır</a:t>
            </a:r>
            <a:endParaRPr 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911180"/>
            <a:ext cx="8458349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50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/>
              <a:t>FXS</a:t>
            </a:r>
            <a:r>
              <a:rPr lang="tr-TR" sz="1800" b="1" dirty="0"/>
              <a:t> </a:t>
            </a:r>
            <a:r>
              <a:rPr lang="tr-TR" sz="1800" b="1" dirty="0" err="1"/>
              <a:t>to</a:t>
            </a:r>
            <a:r>
              <a:rPr lang="tr-TR" sz="1800" b="1" dirty="0"/>
              <a:t> </a:t>
            </a:r>
            <a:r>
              <a:rPr lang="tr-TR" sz="1800" b="1" dirty="0" err="1"/>
              <a:t>FXO</a:t>
            </a:r>
            <a:r>
              <a:rPr lang="tr-TR" sz="1800" b="1" dirty="0"/>
              <a:t> arama</a:t>
            </a:r>
            <a:endParaRPr lang="en-US" sz="1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55576" y="5517232"/>
            <a:ext cx="2042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Audial</a:t>
            </a:r>
            <a:r>
              <a:rPr lang="tr-TR" dirty="0" smtClean="0"/>
              <a:t> ayarları </a:t>
            </a:r>
            <a:r>
              <a:rPr lang="tr-TR" dirty="0" err="1" smtClean="0"/>
              <a:t>ypılır</a:t>
            </a:r>
            <a:endParaRPr 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08" y="927026"/>
            <a:ext cx="8748972" cy="437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894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1" y="124097"/>
            <a:ext cx="2019300" cy="571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2736912" y="165034"/>
            <a:ext cx="4102224" cy="489625"/>
          </a:xfrm>
        </p:spPr>
        <p:txBody>
          <a:bodyPr/>
          <a:lstStyle/>
          <a:p>
            <a:r>
              <a:rPr lang="tr-TR" sz="1800" b="1" dirty="0" err="1"/>
              <a:t>FXS</a:t>
            </a:r>
            <a:r>
              <a:rPr lang="tr-TR" sz="1800" b="1" dirty="0"/>
              <a:t> </a:t>
            </a:r>
            <a:r>
              <a:rPr lang="tr-TR" sz="1800" b="1" dirty="0" err="1"/>
              <a:t>to</a:t>
            </a:r>
            <a:r>
              <a:rPr lang="tr-TR" sz="1800" b="1" dirty="0"/>
              <a:t> </a:t>
            </a:r>
            <a:r>
              <a:rPr lang="tr-TR" sz="1800" b="1" dirty="0" err="1"/>
              <a:t>FXO</a:t>
            </a:r>
            <a:r>
              <a:rPr lang="tr-TR" sz="1800" b="1" dirty="0"/>
              <a:t> arama</a:t>
            </a:r>
            <a:endParaRPr lang="en-US" sz="18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980728"/>
            <a:ext cx="7959998" cy="4333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95271" y="5661248"/>
            <a:ext cx="3000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DTMF</a:t>
            </a:r>
            <a:r>
              <a:rPr lang="tr-TR" dirty="0" smtClean="0"/>
              <a:t> tuşlama sayısı 20 yapılır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38149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ircom Haz?r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Bircom Haz?r Template.potx</Template>
  <TotalTime>4518</TotalTime>
  <Words>334</Words>
  <Application>Microsoft Office PowerPoint</Application>
  <PresentationFormat>On-screen Show (4:3)</PresentationFormat>
  <Paragraphs>77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맑은 고딕</vt:lpstr>
      <vt:lpstr>Arial</vt:lpstr>
      <vt:lpstr>Calibri</vt:lpstr>
      <vt:lpstr>Bircom Haz?r Template</vt:lpstr>
      <vt:lpstr>MP118 4FXS 4FXO FlashHook Transfer</vt:lpstr>
      <vt:lpstr>FXS to FXO AutoDial Yöntemini</vt:lpstr>
      <vt:lpstr>FXS to FXO AutoDial Yöntemini</vt:lpstr>
      <vt:lpstr>FXS to FXO AutoDial Yöntemini</vt:lpstr>
      <vt:lpstr>FXS to FXO AutoDial Yöntemini</vt:lpstr>
      <vt:lpstr>FXS to FXO AutoDial Yöntemini</vt:lpstr>
      <vt:lpstr>FXS to FXO AutoDial Yöntemini</vt:lpstr>
      <vt:lpstr>FXS to FXO AutoDial Yöntemini</vt:lpstr>
      <vt:lpstr>FXS to FXO AutoDial Yöntemini</vt:lpstr>
      <vt:lpstr>FXS to FXO AutoDial Yöntemini</vt:lpstr>
      <vt:lpstr>FXS to FXO AutoDial Yöntemini</vt:lpstr>
      <vt:lpstr>FXS to FXO AutoDial Yöntemini</vt:lpstr>
      <vt:lpstr>FXS to FXO arama</vt:lpstr>
      <vt:lpstr>FXS to FXO arama</vt:lpstr>
      <vt:lpstr>FXS to FXO arama</vt:lpstr>
      <vt:lpstr>FXS to FXO arama</vt:lpstr>
      <vt:lpstr>FXS to FXO arama</vt:lpstr>
      <vt:lpstr>FXS to FXO arama</vt:lpstr>
      <vt:lpstr>FXS to FXO arama</vt:lpstr>
      <vt:lpstr>FXS to FXO arama</vt:lpstr>
      <vt:lpstr>FXS to FXO arama</vt:lpstr>
      <vt:lpstr>FXS to FXO arama</vt:lpstr>
      <vt:lpstr>FXS to FXO arama</vt:lpstr>
      <vt:lpstr>FXS to FXO arama</vt:lpstr>
    </vt:vector>
  </TitlesOfParts>
  <Company>Bircom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Serkan ER</dc:creator>
  <cp:lastModifiedBy>ergin boyaci</cp:lastModifiedBy>
  <cp:revision>269</cp:revision>
  <dcterms:created xsi:type="dcterms:W3CDTF">2011-08-11T06:57:34Z</dcterms:created>
  <dcterms:modified xsi:type="dcterms:W3CDTF">2017-03-10T11:27:44Z</dcterms:modified>
</cp:coreProperties>
</file>