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Objects="1"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82BC74-EF56-FF4A-B10F-E49F55D4423A}" type="datetimeFigureOut">
              <a:rPr lang="en-US" smtClean="0"/>
              <a:pPr/>
              <a:t>2/23/2017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96CC0-0AE8-574E-AB44-D0AC8F9707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423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102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2735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6736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3076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6104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0094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0451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5829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968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Click to edit Master subtitle style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4A2AC2-3487-0B48-8CAB-499ECB40A478}" type="datetimeFigureOut">
              <a:rPr lang="en-US" smtClean="0"/>
              <a:pPr/>
              <a:t>2/23/2017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4A2AC2-3487-0B48-8CAB-499ECB40A478}" type="datetimeFigureOut">
              <a:rPr lang="en-US" smtClean="0"/>
              <a:pPr/>
              <a:t>2/23/2017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5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3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0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8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6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1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4A2AC2-3487-0B48-8CAB-499ECB40A478}" type="datetimeFigureOut">
              <a:rPr lang="en-US" smtClean="0"/>
              <a:pPr/>
              <a:t>2/23/2017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tr-T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4A2AC2-3487-0B48-8CAB-499ECB40A478}" type="datetimeFigureOut">
              <a:rPr lang="en-US" smtClean="0"/>
              <a:pPr/>
              <a:t>2/23/2017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3" indent="0">
              <a:buNone/>
              <a:defRPr sz="1800" b="1"/>
            </a:lvl3pPr>
            <a:lvl4pPr marL="1371530" indent="0">
              <a:buNone/>
              <a:defRPr sz="1600" b="1"/>
            </a:lvl4pPr>
            <a:lvl5pPr marL="1828706" indent="0">
              <a:buNone/>
              <a:defRPr sz="1600" b="1"/>
            </a:lvl5pPr>
            <a:lvl6pPr marL="2285883" indent="0">
              <a:buNone/>
              <a:defRPr sz="1600" b="1"/>
            </a:lvl6pPr>
            <a:lvl7pPr marL="2743060" indent="0">
              <a:buNone/>
              <a:defRPr sz="1600" b="1"/>
            </a:lvl7pPr>
            <a:lvl8pPr marL="3200236" indent="0">
              <a:buNone/>
              <a:defRPr sz="1600" b="1"/>
            </a:lvl8pPr>
            <a:lvl9pPr marL="3657413" indent="0">
              <a:buNone/>
              <a:defRPr sz="1600" b="1"/>
            </a:lvl9pPr>
          </a:lstStyle>
          <a:p>
            <a:pPr lvl="0"/>
            <a:r>
              <a:rPr lang="tr-T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tr-T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3" indent="0">
              <a:buNone/>
              <a:defRPr sz="1800" b="1"/>
            </a:lvl3pPr>
            <a:lvl4pPr marL="1371530" indent="0">
              <a:buNone/>
              <a:defRPr sz="1600" b="1"/>
            </a:lvl4pPr>
            <a:lvl5pPr marL="1828706" indent="0">
              <a:buNone/>
              <a:defRPr sz="1600" b="1"/>
            </a:lvl5pPr>
            <a:lvl6pPr marL="2285883" indent="0">
              <a:buNone/>
              <a:defRPr sz="1600" b="1"/>
            </a:lvl6pPr>
            <a:lvl7pPr marL="2743060" indent="0">
              <a:buNone/>
              <a:defRPr sz="1600" b="1"/>
            </a:lvl7pPr>
            <a:lvl8pPr marL="3200236" indent="0">
              <a:buNone/>
              <a:defRPr sz="1600" b="1"/>
            </a:lvl8pPr>
            <a:lvl9pPr marL="3657413" indent="0">
              <a:buNone/>
              <a:defRPr sz="1600" b="1"/>
            </a:lvl9pPr>
          </a:lstStyle>
          <a:p>
            <a:pPr lvl="0"/>
            <a:r>
              <a:rPr lang="tr-T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tr-T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4A2AC2-3487-0B48-8CAB-499ECB40A478}" type="datetimeFigureOut">
              <a:rPr lang="en-US" smtClean="0"/>
              <a:pPr/>
              <a:t>2/23/2017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4A2AC2-3487-0B48-8CAB-499ECB40A478}" type="datetimeFigureOut">
              <a:rPr lang="en-US" smtClean="0"/>
              <a:pPr/>
              <a:t>2/23/2017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4A2AC2-3487-0B48-8CAB-499ECB40A478}" type="datetimeFigureOut">
              <a:rPr lang="en-US" smtClean="0"/>
              <a:pPr/>
              <a:t>2/23/2017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3" indent="0">
              <a:buNone/>
              <a:defRPr sz="1000"/>
            </a:lvl3pPr>
            <a:lvl4pPr marL="1371530" indent="0">
              <a:buNone/>
              <a:defRPr sz="900"/>
            </a:lvl4pPr>
            <a:lvl5pPr marL="1828706" indent="0">
              <a:buNone/>
              <a:defRPr sz="900"/>
            </a:lvl5pPr>
            <a:lvl6pPr marL="2285883" indent="0">
              <a:buNone/>
              <a:defRPr sz="900"/>
            </a:lvl6pPr>
            <a:lvl7pPr marL="2743060" indent="0">
              <a:buNone/>
              <a:defRPr sz="900"/>
            </a:lvl7pPr>
            <a:lvl8pPr marL="3200236" indent="0">
              <a:buNone/>
              <a:defRPr sz="900"/>
            </a:lvl8pPr>
            <a:lvl9pPr marL="3657413" indent="0">
              <a:buNone/>
              <a:defRPr sz="900"/>
            </a:lvl9pPr>
          </a:lstStyle>
          <a:p>
            <a:pPr lvl="0"/>
            <a:r>
              <a:rPr lang="tr-T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4A2AC2-3487-0B48-8CAB-499ECB40A478}" type="datetimeFigureOut">
              <a:rPr lang="en-US" smtClean="0"/>
              <a:pPr/>
              <a:t>2/23/2017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3" indent="0">
              <a:buNone/>
              <a:defRPr sz="2400"/>
            </a:lvl3pPr>
            <a:lvl4pPr marL="1371530" indent="0">
              <a:buNone/>
              <a:defRPr sz="2000"/>
            </a:lvl4pPr>
            <a:lvl5pPr marL="1828706" indent="0">
              <a:buNone/>
              <a:defRPr sz="2000"/>
            </a:lvl5pPr>
            <a:lvl6pPr marL="2285883" indent="0">
              <a:buNone/>
              <a:defRPr sz="2000"/>
            </a:lvl6pPr>
            <a:lvl7pPr marL="2743060" indent="0">
              <a:buNone/>
              <a:defRPr sz="2000"/>
            </a:lvl7pPr>
            <a:lvl8pPr marL="3200236" indent="0">
              <a:buNone/>
              <a:defRPr sz="2000"/>
            </a:lvl8pPr>
            <a:lvl9pPr marL="3657413" indent="0">
              <a:buNone/>
              <a:defRPr sz="2000"/>
            </a:lvl9pPr>
          </a:lstStyle>
          <a:p>
            <a:pPr lvl="0"/>
            <a:r>
              <a:rPr lang="tr-TR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3" indent="0">
              <a:buNone/>
              <a:defRPr sz="1000"/>
            </a:lvl3pPr>
            <a:lvl4pPr marL="1371530" indent="0">
              <a:buNone/>
              <a:defRPr sz="900"/>
            </a:lvl4pPr>
            <a:lvl5pPr marL="1828706" indent="0">
              <a:buNone/>
              <a:defRPr sz="900"/>
            </a:lvl5pPr>
            <a:lvl6pPr marL="2285883" indent="0">
              <a:buNone/>
              <a:defRPr sz="900"/>
            </a:lvl6pPr>
            <a:lvl7pPr marL="2743060" indent="0">
              <a:buNone/>
              <a:defRPr sz="900"/>
            </a:lvl7pPr>
            <a:lvl8pPr marL="3200236" indent="0">
              <a:buNone/>
              <a:defRPr sz="900"/>
            </a:lvl8pPr>
            <a:lvl9pPr marL="3657413" indent="0">
              <a:buNone/>
              <a:defRPr sz="900"/>
            </a:lvl9pPr>
          </a:lstStyle>
          <a:p>
            <a:pPr lvl="0"/>
            <a:r>
              <a:rPr lang="tr-T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4A2AC2-3487-0B48-8CAB-499ECB40A478}" type="datetimeFigureOut">
              <a:rPr lang="en-US" smtClean="0"/>
              <a:pPr/>
              <a:t>2/23/2017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4A2AC2-3487-0B48-8CAB-499ECB40A478}" type="datetimeFigureOut">
              <a:rPr lang="en-US" smtClean="0"/>
              <a:pPr/>
              <a:t>2/23/2017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4A2AC2-3487-0B48-8CAB-499ECB40A478}" type="datetimeFigureOut">
              <a:rPr lang="en-US" smtClean="0"/>
              <a:pPr/>
              <a:t>2/23/2017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647" y="274588"/>
            <a:ext cx="822870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r-TR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647" y="1600647"/>
            <a:ext cx="8228707" cy="45251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647" y="6356821"/>
            <a:ext cx="2133079" cy="365001"/>
          </a:xfrm>
          <a:prstGeom prst="rect">
            <a:avLst/>
          </a:prstGeom>
        </p:spPr>
        <p:txBody>
          <a:bodyPr vert="horz" lIns="91435" tIns="45718" rIns="91435" bIns="45718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+mn-ea"/>
                <a:cs typeface="Arial" pitchFamily="34" charset="0"/>
              </a:defRPr>
            </a:lvl1pPr>
          </a:lstStyle>
          <a:p>
            <a:fld id="{184A2AC2-3487-0B48-8CAB-499ECB40A478}" type="datetimeFigureOut">
              <a:rPr lang="en-US" smtClean="0"/>
              <a:pPr/>
              <a:t>2/23/2017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75" y="6356821"/>
            <a:ext cx="2895451" cy="365001"/>
          </a:xfrm>
          <a:prstGeom prst="rect">
            <a:avLst/>
          </a:prstGeom>
        </p:spPr>
        <p:txBody>
          <a:bodyPr vert="horz" lIns="91435" tIns="45718" rIns="91435" bIns="45718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+mn-ea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75" y="6356821"/>
            <a:ext cx="2133079" cy="365001"/>
          </a:xfrm>
          <a:prstGeom prst="rect">
            <a:avLst/>
          </a:prstGeom>
        </p:spPr>
        <p:txBody>
          <a:bodyPr vert="horz" lIns="91435" tIns="45718" rIns="91435" bIns="45718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+mn-ea"/>
                <a:cs typeface="Arial" pitchFamily="34" charset="0"/>
              </a:defRPr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145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맑은 고딕"/>
        </a:defRPr>
      </a:lvl1pPr>
      <a:lvl2pPr algn="ctr" defTabSz="914145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/>
          <a:cs typeface="맑은 고딕"/>
        </a:defRPr>
      </a:lvl2pPr>
      <a:lvl3pPr algn="ctr" defTabSz="914145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/>
          <a:cs typeface="맑은 고딕"/>
        </a:defRPr>
      </a:lvl3pPr>
      <a:lvl4pPr algn="ctr" defTabSz="914145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/>
          <a:cs typeface="맑은 고딕"/>
        </a:defRPr>
      </a:lvl4pPr>
      <a:lvl5pPr algn="ctr" defTabSz="914145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/>
          <a:cs typeface="맑은 고딕"/>
        </a:defRPr>
      </a:lvl5pPr>
      <a:lvl6pPr marL="321457" algn="ctr" defTabSz="914145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/>
          <a:cs typeface="맑은 고딕"/>
        </a:defRPr>
      </a:lvl6pPr>
      <a:lvl7pPr marL="642915" algn="ctr" defTabSz="914145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/>
          <a:cs typeface="맑은 고딕"/>
        </a:defRPr>
      </a:lvl7pPr>
      <a:lvl8pPr marL="964372" algn="ctr" defTabSz="914145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/>
          <a:cs typeface="맑은 고딕"/>
        </a:defRPr>
      </a:lvl8pPr>
      <a:lvl9pPr marL="1285829" algn="ctr" defTabSz="914145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/>
          <a:cs typeface="맑은 고딕"/>
        </a:defRPr>
      </a:lvl9pPr>
    </p:titleStyle>
    <p:bodyStyle>
      <a:lvl1pPr marL="342665" indent="-342665" algn="l" defTabSz="91414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맑은 고딕"/>
        </a:defRPr>
      </a:lvl1pPr>
      <a:lvl2pPr marL="742254" indent="-284624" algn="l" defTabSz="91414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맑은 고딕"/>
        </a:defRPr>
      </a:lvl2pPr>
      <a:lvl3pPr marL="1141844" indent="-227699" algn="l" defTabSz="91414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맑은 고딕"/>
        </a:defRPr>
      </a:lvl3pPr>
      <a:lvl4pPr marL="1599474" indent="-227699" algn="l" defTabSz="91414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맑은 고딕"/>
        </a:defRPr>
      </a:lvl4pPr>
      <a:lvl5pPr marL="2057104" indent="-227699" algn="l" defTabSz="91414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맑은 고딕"/>
        </a:defRPr>
      </a:lvl5pPr>
      <a:lvl6pPr marL="2514471" indent="-228588" algn="l" defTabSz="91435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48" indent="-228588" algn="l" defTabSz="91435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5" indent="-228588" algn="l" defTabSz="91435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1" indent="-228588" algn="l" defTabSz="91435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3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0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6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3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0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36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3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751063"/>
            <a:ext cx="7772400" cy="1470025"/>
          </a:xfrm>
        </p:spPr>
        <p:txBody>
          <a:bodyPr/>
          <a:lstStyle/>
          <a:p>
            <a:r>
              <a:rPr lang="tr-TR" b="1" dirty="0" err="1" smtClean="0"/>
              <a:t>MP1XX</a:t>
            </a:r>
            <a:r>
              <a:rPr lang="tr-TR" b="1" dirty="0" smtClean="0"/>
              <a:t> Başlangıç</a:t>
            </a:r>
            <a:endParaRPr lang="en-US" b="1" dirty="0"/>
          </a:p>
        </p:txBody>
      </p:sp>
      <p:sp>
        <p:nvSpPr>
          <p:cNvPr id="6" name="Subtitle 6"/>
          <p:cNvSpPr txBox="1">
            <a:spLocks/>
          </p:cNvSpPr>
          <p:nvPr/>
        </p:nvSpPr>
        <p:spPr>
          <a:xfrm>
            <a:off x="1433215" y="4941168"/>
            <a:ext cx="6400354" cy="962174"/>
          </a:xfrm>
          <a:prstGeom prst="rect">
            <a:avLst/>
          </a:prstGeom>
        </p:spPr>
        <p:txBody>
          <a:bodyPr lIns="91435" tIns="45718" rIns="91435" bIns="45718"/>
          <a:lstStyle/>
          <a:p>
            <a:pPr marL="342665" indent="-342665" algn="ctr" eaLnBrk="0" latinLnBrk="1" hangingPunct="0">
              <a:spcBef>
                <a:spcPct val="20000"/>
              </a:spcBef>
              <a:defRPr/>
            </a:pPr>
            <a:r>
              <a:rPr lang="tr-TR" sz="17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(Bircom Ergin BOYACI </a:t>
            </a:r>
            <a:r>
              <a:rPr lang="tr-TR" sz="1700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– Müşteri Deneyimi ve Ürün Geliştirme)</a:t>
            </a:r>
          </a:p>
          <a:p>
            <a:pPr marL="342665" indent="-342665" algn="ctr" eaLnBrk="0" latinLnBrk="1" hangingPunct="0">
              <a:spcBef>
                <a:spcPct val="20000"/>
              </a:spcBef>
              <a:defRPr/>
            </a:pPr>
            <a:r>
              <a:rPr lang="tr-TR" sz="17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2017</a:t>
            </a:r>
            <a:endParaRPr lang="tr-TR" sz="5100" dirty="0">
              <a:effectLst>
                <a:outerShdw blurRad="38100" dist="38100" dir="2700000" algn="tl">
                  <a:srgbClr val="C0C0C0"/>
                </a:outerShdw>
              </a:effectLst>
              <a:latin typeface="Calibri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872" y="1523537"/>
            <a:ext cx="2019300" cy="571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1" y="124097"/>
            <a:ext cx="2019300" cy="571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82019" y="2852936"/>
            <a:ext cx="42477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tr-TR" dirty="0" err="1" smtClean="0"/>
              <a:t>Resetleme</a:t>
            </a:r>
            <a:endParaRPr lang="tr-TR" dirty="0" smtClean="0"/>
          </a:p>
          <a:p>
            <a:pPr marL="342900" indent="-342900">
              <a:buFontTx/>
              <a:buAutoNum type="arabicPeriod"/>
            </a:pPr>
            <a:r>
              <a:rPr lang="tr-TR" dirty="0"/>
              <a:t>PC ile IP verme</a:t>
            </a:r>
          </a:p>
          <a:p>
            <a:r>
              <a:rPr lang="tr-TR" dirty="0" smtClean="0"/>
              <a:t>3.   Telefon ile IP sorgulama ve IP ayarlamak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3824" y="1628800"/>
            <a:ext cx="472152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tr-TR" sz="4400" b="1" dirty="0" err="1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MP1XX</a:t>
            </a:r>
            <a:r>
              <a:rPr lang="tr-TR" sz="44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başlangıç</a:t>
            </a:r>
            <a:endParaRPr lang="en-US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8522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1" y="124097"/>
            <a:ext cx="2019300" cy="571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15816" y="-51818"/>
            <a:ext cx="319946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r-TR" sz="5400" b="1" dirty="0" err="1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Resetleme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337" y="3573016"/>
            <a:ext cx="8388424" cy="17400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1337" y="1412776"/>
            <a:ext cx="78614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/>
              <a:t>Cihazın tamamen açılmasını bekleyin, </a:t>
            </a:r>
            <a:r>
              <a:rPr lang="tr-TR" dirty="0" err="1" smtClean="0"/>
              <a:t>Uplink</a:t>
            </a:r>
            <a:r>
              <a:rPr lang="tr-TR" dirty="0" smtClean="0"/>
              <a:t>, </a:t>
            </a:r>
            <a:r>
              <a:rPr lang="tr-TR" dirty="0"/>
              <a:t>R</a:t>
            </a:r>
            <a:r>
              <a:rPr lang="tr-TR" dirty="0" smtClean="0"/>
              <a:t>eady ve </a:t>
            </a:r>
            <a:r>
              <a:rPr lang="tr-TR" dirty="0" err="1" smtClean="0"/>
              <a:t>Power</a:t>
            </a:r>
            <a:r>
              <a:rPr lang="tr-TR" dirty="0" smtClean="0"/>
              <a:t> ışıkları Yeşil yanacak</a:t>
            </a:r>
          </a:p>
          <a:p>
            <a:r>
              <a:rPr lang="tr-TR" dirty="0" smtClean="0"/>
              <a:t>Fail ışığı da kesinlikle sönük olacak 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077425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1" y="124097"/>
            <a:ext cx="2019300" cy="571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15816" y="-51818"/>
            <a:ext cx="319946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r-TR" sz="5400" b="1" dirty="0" err="1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Resetleme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64" y="3861048"/>
            <a:ext cx="9005431" cy="17464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5621" y="1124744"/>
            <a:ext cx="9017533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/>
              <a:t>1. Cihazın arka kısmındaki Ethernet kablosu çıkartın ve ön yüzdeki </a:t>
            </a:r>
            <a:r>
              <a:rPr lang="tr-TR" dirty="0" err="1" smtClean="0"/>
              <a:t>Uplink</a:t>
            </a:r>
            <a:r>
              <a:rPr lang="tr-TR" dirty="0" smtClean="0"/>
              <a:t> göstergesinin sönük </a:t>
            </a:r>
          </a:p>
          <a:p>
            <a:r>
              <a:rPr lang="tr-TR" dirty="0" smtClean="0"/>
              <a:t>     olduğundan emin olun.</a:t>
            </a:r>
          </a:p>
          <a:p>
            <a:r>
              <a:rPr lang="tr-TR" dirty="0" smtClean="0"/>
              <a:t>2. Resimdeki </a:t>
            </a:r>
            <a:r>
              <a:rPr lang="tr-TR" dirty="0" err="1" smtClean="0"/>
              <a:t>Reset</a:t>
            </a:r>
            <a:r>
              <a:rPr lang="tr-TR" dirty="0" smtClean="0"/>
              <a:t> butonuna 10 </a:t>
            </a:r>
            <a:r>
              <a:rPr lang="tr-TR" dirty="0" err="1" smtClean="0"/>
              <a:t>sn</a:t>
            </a:r>
            <a:r>
              <a:rPr lang="tr-TR" dirty="0" smtClean="0"/>
              <a:t> boyunca basılı tutun ( bu esnada Ready ışığı sönecektir ) ve</a:t>
            </a:r>
          </a:p>
          <a:p>
            <a:r>
              <a:rPr lang="tr-TR" dirty="0" smtClean="0"/>
              <a:t>    10 </a:t>
            </a:r>
            <a:r>
              <a:rPr lang="tr-TR" dirty="0" err="1" smtClean="0"/>
              <a:t>ncu</a:t>
            </a:r>
            <a:r>
              <a:rPr lang="tr-TR" dirty="0" smtClean="0"/>
              <a:t> saniyede </a:t>
            </a:r>
            <a:r>
              <a:rPr lang="tr-TR" dirty="0" err="1" smtClean="0"/>
              <a:t>Reset</a:t>
            </a:r>
            <a:r>
              <a:rPr lang="tr-TR" dirty="0" smtClean="0"/>
              <a:t> butonunu bırakın.</a:t>
            </a:r>
          </a:p>
          <a:p>
            <a:r>
              <a:rPr lang="tr-TR" dirty="0" smtClean="0"/>
              <a:t>3. Cihazın tamamen açılmasını bekleyin, yani Fail ışığı sönük, Ready ışığı yeşil, </a:t>
            </a:r>
            <a:r>
              <a:rPr lang="tr-TR" dirty="0" err="1" smtClean="0"/>
              <a:t>Power</a:t>
            </a:r>
            <a:r>
              <a:rPr lang="tr-TR" dirty="0" smtClean="0"/>
              <a:t> </a:t>
            </a:r>
            <a:r>
              <a:rPr lang="tr-TR" dirty="0" err="1" smtClean="0"/>
              <a:t>ışığıda</a:t>
            </a:r>
            <a:r>
              <a:rPr lang="tr-TR" dirty="0" smtClean="0"/>
              <a:t> </a:t>
            </a:r>
          </a:p>
          <a:p>
            <a:r>
              <a:rPr lang="tr-TR" dirty="0" smtClean="0"/>
              <a:t>     yeşil ve </a:t>
            </a:r>
            <a:r>
              <a:rPr lang="tr-TR" dirty="0" err="1" smtClean="0"/>
              <a:t>Uplink</a:t>
            </a:r>
            <a:r>
              <a:rPr lang="tr-TR" dirty="0" smtClean="0"/>
              <a:t> ışığı sönük olacak.</a:t>
            </a:r>
          </a:p>
          <a:p>
            <a:r>
              <a:rPr lang="tr-TR" dirty="0" smtClean="0"/>
              <a:t>4. Ethernet kablosunu takın, bu durumda </a:t>
            </a:r>
            <a:r>
              <a:rPr lang="tr-TR" dirty="0" err="1" smtClean="0"/>
              <a:t>Uplink</a:t>
            </a:r>
            <a:r>
              <a:rPr lang="tr-TR" dirty="0" smtClean="0"/>
              <a:t>, Ready ve </a:t>
            </a:r>
            <a:r>
              <a:rPr lang="tr-TR" dirty="0" err="1" smtClean="0"/>
              <a:t>power</a:t>
            </a:r>
            <a:r>
              <a:rPr lang="tr-TR" dirty="0" smtClean="0"/>
              <a:t> 3 </a:t>
            </a:r>
            <a:r>
              <a:rPr lang="tr-TR" dirty="0" err="1" smtClean="0"/>
              <a:t>çü</a:t>
            </a:r>
            <a:r>
              <a:rPr lang="tr-TR" dirty="0" smtClean="0"/>
              <a:t> birden yeşil yanmış</a:t>
            </a:r>
          </a:p>
          <a:p>
            <a:r>
              <a:rPr lang="tr-TR" dirty="0"/>
              <a:t> </a:t>
            </a:r>
            <a:r>
              <a:rPr lang="tr-TR" dirty="0" smtClean="0"/>
              <a:t>    olması gerekir</a:t>
            </a:r>
          </a:p>
          <a:p>
            <a:r>
              <a:rPr lang="tr-TR" dirty="0" smtClean="0"/>
              <a:t> 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104305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1" y="124097"/>
            <a:ext cx="2019300" cy="571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15816" y="-51818"/>
            <a:ext cx="319946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r-TR" sz="5400" b="1" dirty="0" err="1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Resetleme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08110" y="980728"/>
            <a:ext cx="796654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dirty="0" err="1" smtClean="0"/>
              <a:t>Resetleme</a:t>
            </a:r>
            <a:r>
              <a:rPr lang="tr-TR" sz="2400" dirty="0" smtClean="0"/>
              <a:t> işleminden sonra cihazların aldığı IP bilgileri.</a:t>
            </a:r>
          </a:p>
          <a:p>
            <a:r>
              <a:rPr lang="tr-TR" sz="2400" dirty="0" err="1" smtClean="0"/>
              <a:t>FXS</a:t>
            </a:r>
            <a:r>
              <a:rPr lang="tr-TR" sz="2400" dirty="0" smtClean="0"/>
              <a:t>, </a:t>
            </a:r>
            <a:r>
              <a:rPr lang="tr-TR" sz="2400" dirty="0" err="1" smtClean="0"/>
              <a:t>FXS&amp;FXO</a:t>
            </a:r>
            <a:r>
              <a:rPr lang="tr-TR" sz="2400" dirty="0" smtClean="0"/>
              <a:t> cihazların </a:t>
            </a:r>
            <a:r>
              <a:rPr lang="tr-TR" sz="2400" dirty="0" err="1" smtClean="0"/>
              <a:t>Default</a:t>
            </a:r>
            <a:r>
              <a:rPr lang="tr-TR" sz="2400" dirty="0" smtClean="0"/>
              <a:t> IP </a:t>
            </a:r>
            <a:r>
              <a:rPr lang="tr-TR" sz="2400" dirty="0" err="1" smtClean="0"/>
              <a:t>leri</a:t>
            </a:r>
            <a:r>
              <a:rPr lang="tr-TR" sz="2400" dirty="0" smtClean="0"/>
              <a:t> 10.1.10.10 dur</a:t>
            </a:r>
          </a:p>
          <a:p>
            <a:r>
              <a:rPr lang="tr-TR" sz="2400" dirty="0" err="1" smtClean="0"/>
              <a:t>FXO</a:t>
            </a:r>
            <a:r>
              <a:rPr lang="tr-TR" sz="2400" dirty="0" smtClean="0"/>
              <a:t> cihazların </a:t>
            </a:r>
            <a:r>
              <a:rPr lang="tr-TR" sz="2400" dirty="0" err="1" smtClean="0"/>
              <a:t>Default</a:t>
            </a:r>
            <a:r>
              <a:rPr lang="tr-TR" sz="2400" dirty="0" smtClean="0"/>
              <a:t> IP </a:t>
            </a:r>
            <a:r>
              <a:rPr lang="tr-TR" sz="2400" dirty="0" err="1" smtClean="0"/>
              <a:t>leri</a:t>
            </a:r>
            <a:r>
              <a:rPr lang="tr-TR" sz="2400" dirty="0" smtClean="0"/>
              <a:t> ise 10.1.10.11 </a:t>
            </a:r>
            <a:r>
              <a:rPr lang="tr-TR" sz="2400" dirty="0" err="1" smtClean="0"/>
              <a:t>dir</a:t>
            </a:r>
            <a:r>
              <a:rPr lang="tr-TR" sz="2400" dirty="0" smtClean="0"/>
              <a:t> </a:t>
            </a:r>
          </a:p>
          <a:p>
            <a:r>
              <a:rPr lang="tr-TR" sz="2400" dirty="0" smtClean="0"/>
              <a:t>Cihaza Web Browser ile bağlanabilirsiniz, Kullanıcı adı ve Şifresi</a:t>
            </a:r>
          </a:p>
          <a:p>
            <a:r>
              <a:rPr lang="tr-TR" sz="2400" dirty="0" err="1" smtClean="0"/>
              <a:t>Admin</a:t>
            </a:r>
            <a:r>
              <a:rPr lang="tr-TR" sz="2400" dirty="0" smtClean="0"/>
              <a:t>, </a:t>
            </a:r>
            <a:r>
              <a:rPr lang="tr-TR" sz="2400" dirty="0" err="1" smtClean="0"/>
              <a:t>Admin</a:t>
            </a:r>
            <a:r>
              <a:rPr lang="tr-TR" sz="2400" dirty="0" smtClean="0"/>
              <a:t> </a:t>
            </a:r>
            <a:r>
              <a:rPr lang="tr-TR" sz="2400" dirty="0" err="1" smtClean="0"/>
              <a:t>dir</a:t>
            </a:r>
            <a:endParaRPr lang="tr-TR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9672" y="2919720"/>
            <a:ext cx="6419850" cy="3269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578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1" y="124097"/>
            <a:ext cx="2019300" cy="571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377434" y="-51818"/>
            <a:ext cx="4276235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r-TR" sz="48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PC ile IP vermek</a:t>
            </a:r>
            <a:endParaRPr lang="en-US" sz="4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1489" y="998246"/>
            <a:ext cx="8460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/>
              <a:t>Cihaza </a:t>
            </a:r>
            <a:r>
              <a:rPr lang="tr-TR" dirty="0" err="1" smtClean="0"/>
              <a:t>Admin</a:t>
            </a:r>
            <a:r>
              <a:rPr lang="tr-TR" dirty="0" smtClean="0"/>
              <a:t>, </a:t>
            </a:r>
            <a:r>
              <a:rPr lang="tr-TR" dirty="0" err="1" smtClean="0"/>
              <a:t>Admin</a:t>
            </a:r>
            <a:r>
              <a:rPr lang="tr-TR" dirty="0" smtClean="0"/>
              <a:t> </a:t>
            </a:r>
            <a:r>
              <a:rPr lang="tr-TR" dirty="0" err="1" smtClean="0"/>
              <a:t>ie</a:t>
            </a:r>
            <a:r>
              <a:rPr lang="tr-TR" dirty="0" smtClean="0"/>
              <a:t> </a:t>
            </a:r>
            <a:r>
              <a:rPr lang="tr-TR" dirty="0" err="1" smtClean="0"/>
              <a:t>login</a:t>
            </a:r>
            <a:r>
              <a:rPr lang="tr-TR" dirty="0" smtClean="0"/>
              <a:t> olduğunuzda cihazın </a:t>
            </a:r>
            <a:r>
              <a:rPr lang="tr-TR" dirty="0" err="1" smtClean="0"/>
              <a:t>FW</a:t>
            </a:r>
            <a:r>
              <a:rPr lang="tr-TR" dirty="0" smtClean="0"/>
              <a:t> bilgisini tespit etmenizde fayda var</a:t>
            </a:r>
            <a:endParaRPr lang="tr-TR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428" y="1586646"/>
            <a:ext cx="8696325" cy="3959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206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1" y="124097"/>
            <a:ext cx="2019300" cy="571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377434" y="-51818"/>
            <a:ext cx="4276235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r-TR" sz="48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PC ile IP vermek</a:t>
            </a:r>
            <a:endParaRPr lang="en-US" sz="4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7544" y="1196752"/>
            <a:ext cx="854650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/>
              <a:t>5.60 , 5.80 ve 6.00 </a:t>
            </a:r>
            <a:r>
              <a:rPr lang="tr-TR" dirty="0" err="1" smtClean="0"/>
              <a:t>li</a:t>
            </a:r>
            <a:r>
              <a:rPr lang="tr-TR" dirty="0" smtClean="0"/>
              <a:t> versiyonlarda cihazın </a:t>
            </a:r>
            <a:r>
              <a:rPr lang="tr-TR" dirty="0" err="1" smtClean="0"/>
              <a:t>default</a:t>
            </a:r>
            <a:r>
              <a:rPr lang="tr-TR" dirty="0" smtClean="0"/>
              <a:t> IP ise bağlandığınızda ve </a:t>
            </a:r>
            <a:r>
              <a:rPr lang="tr-TR" dirty="0" err="1" smtClean="0"/>
              <a:t>Admin</a:t>
            </a:r>
            <a:r>
              <a:rPr lang="tr-TR" dirty="0" smtClean="0"/>
              <a:t>, </a:t>
            </a:r>
            <a:r>
              <a:rPr lang="tr-TR" dirty="0" err="1" smtClean="0"/>
              <a:t>Admin</a:t>
            </a:r>
            <a:r>
              <a:rPr lang="tr-TR" dirty="0" smtClean="0"/>
              <a:t> </a:t>
            </a:r>
          </a:p>
          <a:p>
            <a:r>
              <a:rPr lang="tr-TR" dirty="0" smtClean="0"/>
              <a:t>ile </a:t>
            </a:r>
            <a:r>
              <a:rPr lang="tr-TR" dirty="0" err="1" smtClean="0"/>
              <a:t>login</a:t>
            </a:r>
            <a:r>
              <a:rPr lang="tr-TR" dirty="0" smtClean="0"/>
              <a:t> olduğunuzda aşağıdaki ekrandan IP </a:t>
            </a:r>
            <a:r>
              <a:rPr lang="tr-TR" dirty="0" err="1" smtClean="0"/>
              <a:t>yi</a:t>
            </a:r>
            <a:r>
              <a:rPr lang="tr-TR" dirty="0" smtClean="0"/>
              <a:t> değiştirdiğiniz ve </a:t>
            </a:r>
            <a:r>
              <a:rPr lang="tr-TR" dirty="0" err="1" smtClean="0"/>
              <a:t>Submit</a:t>
            </a:r>
            <a:r>
              <a:rPr lang="tr-TR" dirty="0" smtClean="0"/>
              <a:t> e bastığınız an </a:t>
            </a:r>
          </a:p>
          <a:p>
            <a:r>
              <a:rPr lang="tr-TR" dirty="0" smtClean="0"/>
              <a:t>cihazın IP si değişmiş olur, bu durumda cihaza yeni verilmiş olan IP den bağlanıp</a:t>
            </a:r>
          </a:p>
          <a:p>
            <a:r>
              <a:rPr lang="tr-TR" dirty="0" err="1" smtClean="0"/>
              <a:t>configurasyonun</a:t>
            </a:r>
            <a:r>
              <a:rPr lang="tr-TR" dirty="0" smtClean="0"/>
              <a:t> cihaz kapatılıp açılsa bile kaybolmaması için </a:t>
            </a:r>
            <a:r>
              <a:rPr lang="tr-TR" dirty="0" err="1" smtClean="0"/>
              <a:t>Burn</a:t>
            </a:r>
            <a:r>
              <a:rPr lang="tr-TR" dirty="0" smtClean="0"/>
              <a:t> butonuna basmasın </a:t>
            </a:r>
          </a:p>
          <a:p>
            <a:r>
              <a:rPr lang="tr-TR" dirty="0" smtClean="0"/>
              <a:t>gerek </a:t>
            </a:r>
            <a:endParaRPr lang="tr-TR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763" y="2996952"/>
            <a:ext cx="8791575" cy="26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258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1" y="124097"/>
            <a:ext cx="2019300" cy="571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377434" y="-51818"/>
            <a:ext cx="4276235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r-TR" sz="48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PC ile IP vermek</a:t>
            </a:r>
            <a:endParaRPr lang="en-US" sz="4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98484" y="908720"/>
            <a:ext cx="85890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/>
              <a:t>6.20 ve üstü versiyonlarda IP aşağıdaki bölümden değiştirilir ve </a:t>
            </a:r>
            <a:r>
              <a:rPr lang="tr-TR" dirty="0" err="1" smtClean="0"/>
              <a:t>Submit</a:t>
            </a:r>
            <a:r>
              <a:rPr lang="tr-TR" dirty="0" smtClean="0"/>
              <a:t> edildiğinde</a:t>
            </a:r>
          </a:p>
          <a:p>
            <a:r>
              <a:rPr lang="tr-TR" dirty="0" smtClean="0"/>
              <a:t>IP anında değişmiş olur ve tekrar dan cihaza bağlanmak için yeni ip sinden bağlanıp </a:t>
            </a:r>
            <a:r>
              <a:rPr lang="tr-TR" dirty="0" err="1" smtClean="0"/>
              <a:t>BURN</a:t>
            </a:r>
            <a:r>
              <a:rPr lang="tr-TR" dirty="0" smtClean="0"/>
              <a:t> </a:t>
            </a:r>
          </a:p>
          <a:p>
            <a:r>
              <a:rPr lang="tr-TR" dirty="0" smtClean="0"/>
              <a:t>etmeniz gerekiyor</a:t>
            </a:r>
            <a:endParaRPr lang="tr-TR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237" y="1961592"/>
            <a:ext cx="8391525" cy="3555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203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1" y="124097"/>
            <a:ext cx="2019300" cy="571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69521" y="86681"/>
            <a:ext cx="449206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r-TR" sz="36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Telefon ile IP ayarlama</a:t>
            </a:r>
            <a:endParaRPr 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07058" y="1916832"/>
            <a:ext cx="854246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/>
              <a:t>Öncelikle cihazın üzerinden Telefon ile IP </a:t>
            </a:r>
            <a:r>
              <a:rPr lang="tr-TR" dirty="0" err="1" smtClean="0"/>
              <a:t>yi</a:t>
            </a:r>
            <a:r>
              <a:rPr lang="tr-TR" dirty="0" smtClean="0"/>
              <a:t> sorgulayabilmeniz için cihazın </a:t>
            </a:r>
            <a:r>
              <a:rPr lang="tr-TR" dirty="0" err="1" smtClean="0"/>
              <a:t>FXS</a:t>
            </a:r>
            <a:r>
              <a:rPr lang="tr-TR" dirty="0" smtClean="0"/>
              <a:t> çıkışları</a:t>
            </a:r>
          </a:p>
          <a:p>
            <a:r>
              <a:rPr lang="tr-TR" dirty="0" smtClean="0"/>
              <a:t>olması lazım, </a:t>
            </a:r>
            <a:r>
              <a:rPr lang="tr-TR" dirty="0" err="1" smtClean="0"/>
              <a:t>FXO</a:t>
            </a:r>
            <a:r>
              <a:rPr lang="tr-TR" dirty="0" smtClean="0"/>
              <a:t> portlu cihazlarda ise bunu yapmak mümkün değildir.</a:t>
            </a:r>
          </a:p>
          <a:p>
            <a:r>
              <a:rPr lang="tr-TR" dirty="0" err="1" smtClean="0"/>
              <a:t>FXS</a:t>
            </a:r>
            <a:r>
              <a:rPr lang="tr-TR" dirty="0" smtClean="0"/>
              <a:t> portuna telefon bağladığınızda ve ahizeyi açtığınızda Dial </a:t>
            </a:r>
            <a:r>
              <a:rPr lang="tr-TR" dirty="0" err="1" smtClean="0"/>
              <a:t>tone</a:t>
            </a:r>
            <a:r>
              <a:rPr lang="tr-TR" dirty="0" smtClean="0"/>
              <a:t> veya Side </a:t>
            </a:r>
            <a:r>
              <a:rPr lang="tr-TR" dirty="0" err="1" smtClean="0"/>
              <a:t>tone</a:t>
            </a:r>
            <a:r>
              <a:rPr lang="tr-TR" dirty="0" smtClean="0"/>
              <a:t> </a:t>
            </a:r>
          </a:p>
          <a:p>
            <a:r>
              <a:rPr lang="tr-TR" dirty="0" smtClean="0"/>
              <a:t>duyarsınız, bu aşamada ***12345 tuşladığınızda İngilizce sesli menüye yönlendirilirsiniz, </a:t>
            </a:r>
          </a:p>
          <a:p>
            <a:r>
              <a:rPr lang="tr-TR" dirty="0" smtClean="0"/>
              <a:t>buradan 1# ile ip adresini, 2# ise </a:t>
            </a:r>
            <a:r>
              <a:rPr lang="tr-TR" dirty="0" err="1" smtClean="0"/>
              <a:t>subnet</a:t>
            </a:r>
            <a:r>
              <a:rPr lang="tr-TR" dirty="0" smtClean="0"/>
              <a:t>, ve 3 # ile </a:t>
            </a:r>
            <a:r>
              <a:rPr lang="tr-TR" dirty="0" err="1" smtClean="0"/>
              <a:t>default</a:t>
            </a:r>
            <a:r>
              <a:rPr lang="tr-TR" dirty="0" smtClean="0"/>
              <a:t> </a:t>
            </a:r>
            <a:r>
              <a:rPr lang="tr-TR" dirty="0" err="1" smtClean="0"/>
              <a:t>gw</a:t>
            </a:r>
            <a:r>
              <a:rPr lang="tr-TR" dirty="0" smtClean="0"/>
              <a:t> </a:t>
            </a:r>
            <a:r>
              <a:rPr lang="tr-TR" dirty="0" err="1" smtClean="0"/>
              <a:t>yi</a:t>
            </a:r>
            <a:r>
              <a:rPr lang="tr-TR" dirty="0" smtClean="0"/>
              <a:t> dinleyebilirsiniz,</a:t>
            </a:r>
          </a:p>
          <a:p>
            <a:r>
              <a:rPr lang="tr-TR" dirty="0" smtClean="0"/>
              <a:t>dinlediğiniz IP </a:t>
            </a:r>
            <a:r>
              <a:rPr lang="tr-TR" dirty="0" err="1" smtClean="0"/>
              <a:t>yi</a:t>
            </a:r>
            <a:r>
              <a:rPr lang="tr-TR" dirty="0" smtClean="0"/>
              <a:t> değiştirmek için # tuşlayın daha sonsa girmek istediğiniz değeri girin, </a:t>
            </a:r>
          </a:p>
          <a:p>
            <a:r>
              <a:rPr lang="tr-TR" dirty="0" smtClean="0"/>
              <a:t>mesela 192*168*1*100# girdiğiniz IP </a:t>
            </a:r>
            <a:r>
              <a:rPr lang="tr-TR" dirty="0" err="1" smtClean="0"/>
              <a:t>yi</a:t>
            </a:r>
            <a:r>
              <a:rPr lang="tr-TR" dirty="0" smtClean="0"/>
              <a:t> tekrar okur ve kayıt etmek için 1 tuşlamanızı ister,</a:t>
            </a:r>
          </a:p>
          <a:p>
            <a:r>
              <a:rPr lang="tr-TR" dirty="0" smtClean="0"/>
              <a:t>bu şekilde sırasıyla </a:t>
            </a:r>
            <a:r>
              <a:rPr lang="tr-TR" dirty="0" err="1" smtClean="0"/>
              <a:t>subnet</a:t>
            </a:r>
            <a:r>
              <a:rPr lang="tr-TR" dirty="0" smtClean="0"/>
              <a:t> ve </a:t>
            </a:r>
            <a:r>
              <a:rPr lang="tr-TR" dirty="0" err="1" smtClean="0"/>
              <a:t>default</a:t>
            </a:r>
            <a:r>
              <a:rPr lang="tr-TR" dirty="0" smtClean="0"/>
              <a:t> GW </a:t>
            </a:r>
            <a:r>
              <a:rPr lang="tr-TR" dirty="0" err="1" smtClean="0"/>
              <a:t>adreslerinide</a:t>
            </a:r>
            <a:r>
              <a:rPr lang="tr-TR" dirty="0" smtClean="0"/>
              <a:t> değiştirebilirsiniz</a:t>
            </a:r>
          </a:p>
        </p:txBody>
      </p:sp>
      <p:sp>
        <p:nvSpPr>
          <p:cNvPr id="5" name="Rectangle 4"/>
          <p:cNvSpPr/>
          <p:nvPr/>
        </p:nvSpPr>
        <p:spPr>
          <a:xfrm>
            <a:off x="152347" y="975869"/>
            <a:ext cx="833208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r-TR" sz="32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Telefon </a:t>
            </a:r>
            <a:r>
              <a:rPr lang="tr-TR" sz="32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( </a:t>
            </a:r>
            <a:r>
              <a:rPr lang="tr-TR" sz="3200" b="1" dirty="0" err="1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DTMF</a:t>
            </a:r>
            <a:r>
              <a:rPr lang="tr-TR" sz="32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) ile IP sorgulama ve IP </a:t>
            </a:r>
            <a:r>
              <a:rPr lang="tr-TR" sz="32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ayarlama</a:t>
            </a:r>
            <a:endParaRPr lang="en-US" sz="32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57304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ircom Haz?r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Bircom Haz?r Template.potx</Template>
  <TotalTime>4351</TotalTime>
  <Words>424</Words>
  <Application>Microsoft Office PowerPoint</Application>
  <PresentationFormat>On-screen Show (4:3)</PresentationFormat>
  <Paragraphs>57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Calibri</vt:lpstr>
      <vt:lpstr>Bircom Haz?r Template</vt:lpstr>
      <vt:lpstr>MP1XX Başlangıç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Bircom</Company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Serkan ER</dc:creator>
  <cp:lastModifiedBy>ergin boyaci</cp:lastModifiedBy>
  <cp:revision>244</cp:revision>
  <dcterms:created xsi:type="dcterms:W3CDTF">2011-08-11T06:57:34Z</dcterms:created>
  <dcterms:modified xsi:type="dcterms:W3CDTF">2017-02-23T10:33:07Z</dcterms:modified>
</cp:coreProperties>
</file>