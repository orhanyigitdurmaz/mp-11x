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2BC74-EF56-FF4A-B10F-E49F55D4423A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96CC0-0AE8-574E-AB44-D0AC8F97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0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7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60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566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620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tr-TR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647" y="274588"/>
            <a:ext cx="8228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647" y="1600647"/>
            <a:ext cx="8228707" cy="452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647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75" y="6356821"/>
            <a:ext cx="2895451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75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145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2pPr>
      <a:lvl3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3pPr>
      <a:lvl4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4pPr>
      <a:lvl5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5pPr>
      <a:lvl6pPr marL="321457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6pPr>
      <a:lvl7pPr marL="642915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7pPr>
      <a:lvl8pPr marL="964372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8pPr>
      <a:lvl9pPr marL="1285829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9pPr>
    </p:titleStyle>
    <p:bodyStyle>
      <a:lvl1pPr marL="342665" indent="-342665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254" indent="-284624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184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59947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10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51063"/>
            <a:ext cx="7772400" cy="1470025"/>
          </a:xfrm>
        </p:spPr>
        <p:txBody>
          <a:bodyPr/>
          <a:lstStyle/>
          <a:p>
            <a:r>
              <a:rPr lang="tr-TR" b="1" dirty="0" smtClean="0"/>
              <a:t>12 </a:t>
            </a:r>
            <a:r>
              <a:rPr lang="tr-TR" b="1" dirty="0" err="1" smtClean="0"/>
              <a:t>Khz</a:t>
            </a:r>
            <a:r>
              <a:rPr lang="tr-TR" b="1" dirty="0" smtClean="0"/>
              <a:t> </a:t>
            </a:r>
            <a:r>
              <a:rPr lang="tr-TR" b="1" dirty="0" err="1" smtClean="0"/>
              <a:t>Charge</a:t>
            </a:r>
            <a:r>
              <a:rPr lang="tr-TR" b="1" dirty="0" smtClean="0"/>
              <a:t> </a:t>
            </a:r>
            <a:r>
              <a:rPr lang="tr-TR" b="1" dirty="0" err="1" smtClean="0"/>
              <a:t>Pulse</a:t>
            </a:r>
            <a:endParaRPr lang="en-US" b="1" dirty="0"/>
          </a:p>
        </p:txBody>
      </p:sp>
      <p:sp>
        <p:nvSpPr>
          <p:cNvPr id="6" name="Subtitle 6"/>
          <p:cNvSpPr txBox="1">
            <a:spLocks/>
          </p:cNvSpPr>
          <p:nvPr/>
        </p:nvSpPr>
        <p:spPr>
          <a:xfrm>
            <a:off x="1433215" y="4941168"/>
            <a:ext cx="6400354" cy="962174"/>
          </a:xfrm>
          <a:prstGeom prst="rect">
            <a:avLst/>
          </a:prstGeom>
        </p:spPr>
        <p:txBody>
          <a:bodyPr lIns="91435" tIns="45718" rIns="91435" bIns="45718"/>
          <a:lstStyle/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(</a:t>
            </a:r>
            <a:r>
              <a:rPr lang="tr-TR" sz="17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Bircom – Müşteri Deneyimi ve Ürün Geliştirme)</a:t>
            </a:r>
          </a:p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2016</a:t>
            </a:r>
            <a:endParaRPr lang="tr-TR" sz="51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523537"/>
            <a:ext cx="201930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80" y="908720"/>
            <a:ext cx="8959726" cy="419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780" y="5373216"/>
            <a:ext cx="5333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ilk olarak Türkiye standartlarına göre ton ayarları yapılır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2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852487"/>
            <a:ext cx="8534400" cy="35126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4653136"/>
            <a:ext cx="878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Charge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 tablosunda Time </a:t>
            </a:r>
            <a:r>
              <a:rPr lang="tr-TR" dirty="0" err="1" smtClean="0"/>
              <a:t>period</a:t>
            </a:r>
            <a:r>
              <a:rPr lang="tr-TR" dirty="0" smtClean="0"/>
              <a:t> 1 kullanılır ve </a:t>
            </a:r>
            <a:r>
              <a:rPr lang="tr-TR" dirty="0" err="1" smtClean="0"/>
              <a:t>puls</a:t>
            </a:r>
            <a:r>
              <a:rPr lang="tr-TR" dirty="0" smtClean="0"/>
              <a:t> </a:t>
            </a:r>
            <a:r>
              <a:rPr lang="tr-TR" dirty="0" err="1" smtClean="0"/>
              <a:t>interval</a:t>
            </a:r>
            <a:r>
              <a:rPr lang="tr-TR" dirty="0" smtClean="0"/>
              <a:t> kısmına girilen değer </a:t>
            </a:r>
          </a:p>
          <a:p>
            <a:r>
              <a:rPr lang="tr-TR" dirty="0" smtClean="0"/>
              <a:t>100 </a:t>
            </a:r>
            <a:r>
              <a:rPr lang="tr-TR" dirty="0" err="1" smtClean="0"/>
              <a:t>ms</a:t>
            </a:r>
            <a:r>
              <a:rPr lang="tr-TR" dirty="0" smtClean="0"/>
              <a:t> ile çarpılır, yani «0» </a:t>
            </a:r>
            <a:r>
              <a:rPr lang="tr-TR" dirty="0" err="1" smtClean="0"/>
              <a:t>nolu</a:t>
            </a:r>
            <a:r>
              <a:rPr lang="tr-TR" dirty="0" smtClean="0"/>
              <a:t> tabloda </a:t>
            </a:r>
            <a:r>
              <a:rPr lang="tr-TR" dirty="0" err="1" smtClean="0"/>
              <a:t>5000ms</a:t>
            </a:r>
            <a:r>
              <a:rPr lang="tr-TR" dirty="0" smtClean="0"/>
              <a:t> ( </a:t>
            </a:r>
            <a:r>
              <a:rPr lang="tr-TR" dirty="0" err="1" smtClean="0"/>
              <a:t>5sn</a:t>
            </a:r>
            <a:r>
              <a:rPr lang="tr-TR" dirty="0" smtClean="0"/>
              <a:t> ) de bir </a:t>
            </a:r>
            <a:r>
              <a:rPr lang="tr-TR" dirty="0" err="1" smtClean="0"/>
              <a:t>puls</a:t>
            </a:r>
            <a:r>
              <a:rPr lang="tr-TR" dirty="0" smtClean="0"/>
              <a:t> üretilir, «1» </a:t>
            </a:r>
            <a:r>
              <a:rPr lang="tr-TR" dirty="0" err="1" smtClean="0"/>
              <a:t>nolu</a:t>
            </a:r>
            <a:r>
              <a:rPr lang="tr-TR" dirty="0" smtClean="0"/>
              <a:t> tabloda</a:t>
            </a:r>
          </a:p>
          <a:p>
            <a:r>
              <a:rPr lang="tr-TR" dirty="0" smtClean="0"/>
              <a:t> ise </a:t>
            </a:r>
            <a:r>
              <a:rPr lang="tr-TR" dirty="0" err="1" smtClean="0"/>
              <a:t>10000ms</a:t>
            </a:r>
            <a:r>
              <a:rPr lang="tr-TR" dirty="0" smtClean="0"/>
              <a:t> (</a:t>
            </a:r>
            <a:r>
              <a:rPr lang="tr-TR" dirty="0" err="1" smtClean="0"/>
              <a:t>10sn</a:t>
            </a:r>
            <a:r>
              <a:rPr lang="tr-TR" dirty="0" smtClean="0"/>
              <a:t>) de bir </a:t>
            </a:r>
            <a:r>
              <a:rPr lang="tr-TR" dirty="0" err="1" smtClean="0"/>
              <a:t>puls</a:t>
            </a:r>
            <a:r>
              <a:rPr lang="tr-TR" dirty="0" smtClean="0"/>
              <a:t> üretilir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8055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0" y="908720"/>
            <a:ext cx="8958379" cy="4276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621" y="5373216"/>
            <a:ext cx="831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Tel </a:t>
            </a:r>
            <a:r>
              <a:rPr lang="tr-TR" dirty="0" err="1" smtClean="0"/>
              <a:t>to</a:t>
            </a:r>
            <a:r>
              <a:rPr lang="tr-TR" dirty="0" smtClean="0"/>
              <a:t> ip de </a:t>
            </a:r>
            <a:r>
              <a:rPr lang="tr-TR" dirty="0" err="1" smtClean="0"/>
              <a:t>charge</a:t>
            </a:r>
            <a:r>
              <a:rPr lang="tr-TR" dirty="0" smtClean="0"/>
              <a:t> </a:t>
            </a:r>
            <a:r>
              <a:rPr lang="tr-TR" dirty="0" err="1" smtClean="0"/>
              <a:t>table</a:t>
            </a:r>
            <a:r>
              <a:rPr lang="tr-TR" dirty="0" smtClean="0"/>
              <a:t> </a:t>
            </a:r>
            <a:r>
              <a:rPr lang="tr-TR" dirty="0" err="1" smtClean="0"/>
              <a:t>modunun</a:t>
            </a:r>
            <a:r>
              <a:rPr lang="tr-TR" dirty="0" smtClean="0"/>
              <a:t> çıkması için Advanced </a:t>
            </a:r>
            <a:r>
              <a:rPr lang="tr-TR" dirty="0" err="1" smtClean="0"/>
              <a:t>Parameter</a:t>
            </a:r>
            <a:r>
              <a:rPr lang="tr-TR" dirty="0" smtClean="0"/>
              <a:t> </a:t>
            </a:r>
            <a:r>
              <a:rPr lang="tr-TR" dirty="0" err="1" smtClean="0"/>
              <a:t>list</a:t>
            </a:r>
            <a:r>
              <a:rPr lang="tr-TR" dirty="0" smtClean="0"/>
              <a:t> i açmak gerekir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680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9" y="908720"/>
            <a:ext cx="9008807" cy="3419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621" y="4581128"/>
            <a:ext cx="784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Yukarıdaki </a:t>
            </a:r>
            <a:r>
              <a:rPr lang="tr-TR" dirty="0" err="1" smtClean="0"/>
              <a:t>örenkte</a:t>
            </a:r>
            <a:r>
              <a:rPr lang="tr-TR" dirty="0" smtClean="0"/>
              <a:t> 1149 ile başlayan aramalara «0» </a:t>
            </a:r>
            <a:r>
              <a:rPr lang="tr-TR" dirty="0" err="1" smtClean="0"/>
              <a:t>nolu</a:t>
            </a:r>
            <a:r>
              <a:rPr lang="tr-TR" dirty="0" smtClean="0"/>
              <a:t> </a:t>
            </a:r>
            <a:r>
              <a:rPr lang="tr-TR" dirty="0" err="1" smtClean="0"/>
              <a:t>charge</a:t>
            </a:r>
            <a:r>
              <a:rPr lang="tr-TR" dirty="0" smtClean="0"/>
              <a:t> tablosu ile ( </a:t>
            </a:r>
            <a:r>
              <a:rPr lang="tr-TR" dirty="0" err="1" smtClean="0"/>
              <a:t>5sn</a:t>
            </a:r>
            <a:r>
              <a:rPr lang="tr-TR" dirty="0" smtClean="0"/>
              <a:t> ),</a:t>
            </a:r>
          </a:p>
          <a:p>
            <a:r>
              <a:rPr lang="tr-TR" dirty="0" smtClean="0"/>
              <a:t> 1140 ile başlayan aramalar ise «1» </a:t>
            </a:r>
            <a:r>
              <a:rPr lang="tr-TR" dirty="0" err="1" smtClean="0"/>
              <a:t>nolu</a:t>
            </a:r>
            <a:r>
              <a:rPr lang="tr-TR" dirty="0" smtClean="0"/>
              <a:t> </a:t>
            </a:r>
            <a:r>
              <a:rPr lang="tr-TR" dirty="0" err="1" smtClean="0"/>
              <a:t>charge</a:t>
            </a:r>
            <a:r>
              <a:rPr lang="tr-TR" dirty="0" smtClean="0"/>
              <a:t> tablosu ( </a:t>
            </a:r>
            <a:r>
              <a:rPr lang="tr-TR" dirty="0" err="1" smtClean="0"/>
              <a:t>10sn</a:t>
            </a:r>
            <a:r>
              <a:rPr lang="tr-TR" dirty="0" smtClean="0"/>
              <a:t>) ile eşleştirilmiş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6121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rcom Haz?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Bircom Haz?r Template.potx</Template>
  <TotalTime>4235</TotalTime>
  <Words>123</Words>
  <Application>Microsoft Office PowerPoint</Application>
  <PresentationFormat>On-screen Show (4:3)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Bircom Haz?r Template</vt:lpstr>
      <vt:lpstr>12 Khz Charge Pulse</vt:lpstr>
      <vt:lpstr>PowerPoint Presentation</vt:lpstr>
      <vt:lpstr>PowerPoint Presentation</vt:lpstr>
      <vt:lpstr>PowerPoint Presentation</vt:lpstr>
      <vt:lpstr>PowerPoint Presentation</vt:lpstr>
    </vt:vector>
  </TitlesOfParts>
  <Company>Bircom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Serkan ER</dc:creator>
  <cp:lastModifiedBy>ergin boyaci</cp:lastModifiedBy>
  <cp:revision>227</cp:revision>
  <dcterms:created xsi:type="dcterms:W3CDTF">2011-08-11T06:57:34Z</dcterms:created>
  <dcterms:modified xsi:type="dcterms:W3CDTF">2016-12-20T11:53:31Z</dcterms:modified>
</cp:coreProperties>
</file>