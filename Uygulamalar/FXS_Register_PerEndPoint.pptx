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2BC74-EF56-FF4A-B10F-E49F55D4423A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96CC0-0AE8-574E-AB44-D0AC8F97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0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7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83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61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919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9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74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20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0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98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66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tr-TR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647" y="274588"/>
            <a:ext cx="8228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647" y="1600647"/>
            <a:ext cx="8228707" cy="452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647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75" y="6356821"/>
            <a:ext cx="2895451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75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145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2pPr>
      <a:lvl3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3pPr>
      <a:lvl4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4pPr>
      <a:lvl5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5pPr>
      <a:lvl6pPr marL="321457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6pPr>
      <a:lvl7pPr marL="642915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7pPr>
      <a:lvl8pPr marL="964372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8pPr>
      <a:lvl9pPr marL="1285829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9pPr>
    </p:titleStyle>
    <p:bodyStyle>
      <a:lvl1pPr marL="342665" indent="-342665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254" indent="-284624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184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59947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10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51063"/>
            <a:ext cx="7772400" cy="1470025"/>
          </a:xfrm>
        </p:spPr>
        <p:txBody>
          <a:bodyPr/>
          <a:lstStyle/>
          <a:p>
            <a:r>
              <a:rPr lang="en-US" b="1" dirty="0" smtClean="0"/>
              <a:t>FXS</a:t>
            </a:r>
            <a:r>
              <a:rPr lang="tr-TR" b="1" dirty="0" smtClean="0"/>
              <a:t> </a:t>
            </a:r>
            <a:r>
              <a:rPr lang="en-US" b="1" dirty="0" smtClean="0"/>
              <a:t>Register</a:t>
            </a:r>
            <a:r>
              <a:rPr lang="tr-TR" b="1" dirty="0" smtClean="0"/>
              <a:t> </a:t>
            </a:r>
            <a:r>
              <a:rPr lang="en-US" b="1" dirty="0" smtClean="0"/>
              <a:t>Per</a:t>
            </a:r>
            <a:r>
              <a:rPr lang="tr-TR" b="1" dirty="0" smtClean="0"/>
              <a:t> </a:t>
            </a:r>
            <a:r>
              <a:rPr lang="tr-TR" b="1" dirty="0" err="1" smtClean="0"/>
              <a:t>End</a:t>
            </a:r>
            <a:r>
              <a:rPr lang="tr-TR" b="1" dirty="0" smtClean="0"/>
              <a:t> </a:t>
            </a:r>
            <a:r>
              <a:rPr lang="en-US" b="1" dirty="0" smtClean="0"/>
              <a:t>Point</a:t>
            </a:r>
            <a:endParaRPr lang="en-US" b="1" dirty="0"/>
          </a:p>
        </p:txBody>
      </p:sp>
      <p:sp>
        <p:nvSpPr>
          <p:cNvPr id="6" name="Subtitle 6"/>
          <p:cNvSpPr txBox="1">
            <a:spLocks/>
          </p:cNvSpPr>
          <p:nvPr/>
        </p:nvSpPr>
        <p:spPr>
          <a:xfrm>
            <a:off x="1433215" y="4941168"/>
            <a:ext cx="6400354" cy="962174"/>
          </a:xfrm>
          <a:prstGeom prst="rect">
            <a:avLst/>
          </a:prstGeom>
        </p:spPr>
        <p:txBody>
          <a:bodyPr lIns="91435" tIns="45718" rIns="91435" bIns="45718"/>
          <a:lstStyle/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(</a:t>
            </a:r>
            <a:r>
              <a:rPr lang="tr-TR" sz="17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Bircom – Müşteri Deneyimi ve Ürün Geliştirme)</a:t>
            </a:r>
          </a:p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2016</a:t>
            </a:r>
            <a:endParaRPr lang="tr-TR" sz="51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523537"/>
            <a:ext cx="201930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95271" y="2852936"/>
            <a:ext cx="7230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Buradaki Örnekte </a:t>
            </a:r>
            <a:r>
              <a:rPr lang="tr-TR" dirty="0" err="1" smtClean="0"/>
              <a:t>1FXS</a:t>
            </a:r>
            <a:r>
              <a:rPr lang="tr-TR" dirty="0" smtClean="0"/>
              <a:t> ve </a:t>
            </a:r>
            <a:r>
              <a:rPr lang="tr-TR" dirty="0" err="1" smtClean="0"/>
              <a:t>2FXS</a:t>
            </a:r>
            <a:r>
              <a:rPr lang="tr-TR" dirty="0" smtClean="0"/>
              <a:t> kullanılacak ve sırasıyla 1005 ve 1006 olarak</a:t>
            </a:r>
          </a:p>
          <a:p>
            <a:r>
              <a:rPr lang="tr-TR" dirty="0" smtClean="0"/>
              <a:t>10.10.2.17 </a:t>
            </a:r>
            <a:r>
              <a:rPr lang="tr-TR" dirty="0" err="1" smtClean="0"/>
              <a:t>sip</a:t>
            </a:r>
            <a:r>
              <a:rPr lang="tr-TR" dirty="0" smtClean="0"/>
              <a:t> sunucusuna </a:t>
            </a:r>
            <a:r>
              <a:rPr lang="tr-TR" dirty="0" err="1" smtClean="0"/>
              <a:t>register</a:t>
            </a:r>
            <a:r>
              <a:rPr lang="tr-TR" dirty="0" smtClean="0"/>
              <a:t> olacaklar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2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" y="908720"/>
            <a:ext cx="9039225" cy="3219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621" y="4365104"/>
            <a:ext cx="8032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Registar</a:t>
            </a:r>
            <a:r>
              <a:rPr lang="tr-TR" dirty="0" smtClean="0"/>
              <a:t> ip ye </a:t>
            </a:r>
            <a:r>
              <a:rPr lang="tr-TR" dirty="0" err="1" smtClean="0"/>
              <a:t>sip</a:t>
            </a:r>
            <a:r>
              <a:rPr lang="tr-TR" dirty="0" smtClean="0"/>
              <a:t> sunucunun ip si yazılır, diğer ayarlar ise ekranda olduğu </a:t>
            </a:r>
            <a:r>
              <a:rPr lang="tr-TR" dirty="0" err="1" smtClean="0"/>
              <a:t>gbi</a:t>
            </a:r>
            <a:r>
              <a:rPr lang="tr-TR" dirty="0" smtClean="0"/>
              <a:t> seçilip, </a:t>
            </a:r>
          </a:p>
          <a:p>
            <a:r>
              <a:rPr lang="tr-TR" dirty="0" smtClean="0"/>
              <a:t>Proxy set </a:t>
            </a:r>
            <a:r>
              <a:rPr lang="tr-TR" dirty="0" err="1" smtClean="0"/>
              <a:t>table</a:t>
            </a:r>
            <a:r>
              <a:rPr lang="tr-TR" dirty="0" smtClean="0"/>
              <a:t> bölümüne mavi ok butonuna basılarak girilir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9708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5" y="980728"/>
            <a:ext cx="8877300" cy="3333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4725144"/>
            <a:ext cx="436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Proxy set tablosuna da </a:t>
            </a:r>
            <a:r>
              <a:rPr lang="tr-TR" dirty="0" err="1" smtClean="0"/>
              <a:t>sip</a:t>
            </a:r>
            <a:r>
              <a:rPr lang="tr-TR" dirty="0" smtClean="0"/>
              <a:t> sunucu ip si yazılır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16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" y="908720"/>
            <a:ext cx="9010650" cy="403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621" y="5229200"/>
            <a:ext cx="671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Proxy&amp;Registration</a:t>
            </a:r>
            <a:r>
              <a:rPr lang="tr-TR" dirty="0" smtClean="0"/>
              <a:t> tablosuna geri dönülür ve ekrandaki ayarlar yapılır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0195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7" y="908720"/>
            <a:ext cx="9005639" cy="3314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520" y="4653136"/>
            <a:ext cx="530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FXS</a:t>
            </a:r>
            <a:r>
              <a:rPr lang="tr-TR" dirty="0" smtClean="0"/>
              <a:t> portlarının numarası ve </a:t>
            </a:r>
            <a:r>
              <a:rPr lang="tr-TR" dirty="0" err="1" smtClean="0"/>
              <a:t>hunt</a:t>
            </a:r>
            <a:r>
              <a:rPr lang="tr-TR" dirty="0" smtClean="0"/>
              <a:t> </a:t>
            </a:r>
            <a:r>
              <a:rPr lang="tr-TR" dirty="0" err="1" smtClean="0"/>
              <a:t>group</a:t>
            </a:r>
            <a:r>
              <a:rPr lang="tr-TR" dirty="0" smtClean="0"/>
              <a:t> </a:t>
            </a:r>
            <a:r>
              <a:rPr lang="tr-TR" dirty="0" err="1" smtClean="0"/>
              <a:t>noları</a:t>
            </a:r>
            <a:r>
              <a:rPr lang="tr-TR" dirty="0" smtClean="0"/>
              <a:t>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371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1" y="1052736"/>
            <a:ext cx="8804507" cy="3384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4653136"/>
            <a:ext cx="498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Hunt</a:t>
            </a:r>
            <a:r>
              <a:rPr lang="tr-TR" dirty="0" smtClean="0"/>
              <a:t> gruplarının çalışma ve </a:t>
            </a:r>
            <a:r>
              <a:rPr lang="tr-TR" dirty="0" err="1" smtClean="0"/>
              <a:t>register</a:t>
            </a:r>
            <a:r>
              <a:rPr lang="tr-TR" dirty="0" smtClean="0"/>
              <a:t> </a:t>
            </a:r>
            <a:r>
              <a:rPr lang="tr-TR" dirty="0" err="1" smtClean="0"/>
              <a:t>modu</a:t>
            </a:r>
            <a:r>
              <a:rPr lang="tr-TR" dirty="0" smtClean="0"/>
              <a:t>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2111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29" y="908720"/>
            <a:ext cx="8861251" cy="4200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528" y="5373216"/>
            <a:ext cx="8732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FXS</a:t>
            </a:r>
            <a:r>
              <a:rPr lang="tr-TR" dirty="0" smtClean="0"/>
              <a:t> portlarının her biri hangi kullanıcı adı ve şifreyle </a:t>
            </a:r>
            <a:r>
              <a:rPr lang="tr-TR" dirty="0" err="1" smtClean="0"/>
              <a:t>register</a:t>
            </a:r>
            <a:r>
              <a:rPr lang="tr-TR" dirty="0" smtClean="0"/>
              <a:t> olacağı bilgisi bu bölüme yazılır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980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908720"/>
            <a:ext cx="8039100" cy="3771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5013176"/>
            <a:ext cx="433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DTMF</a:t>
            </a:r>
            <a:r>
              <a:rPr lang="tr-TR" dirty="0" smtClean="0"/>
              <a:t> </a:t>
            </a:r>
            <a:r>
              <a:rPr lang="tr-TR" dirty="0" err="1" smtClean="0"/>
              <a:t>max</a:t>
            </a:r>
            <a:r>
              <a:rPr lang="tr-TR" dirty="0" smtClean="0"/>
              <a:t> </a:t>
            </a:r>
            <a:r>
              <a:rPr lang="tr-TR" dirty="0" err="1" smtClean="0"/>
              <a:t>digit</a:t>
            </a:r>
            <a:r>
              <a:rPr lang="tr-TR" dirty="0" smtClean="0"/>
              <a:t> ve </a:t>
            </a:r>
            <a:r>
              <a:rPr lang="tr-TR" dirty="0" err="1" smtClean="0"/>
              <a:t>tmeout</a:t>
            </a:r>
            <a:r>
              <a:rPr lang="tr-TR" dirty="0" smtClean="0"/>
              <a:t> süreleri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902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" y="908720"/>
            <a:ext cx="9020125" cy="396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621" y="5157192"/>
            <a:ext cx="7862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IP </a:t>
            </a:r>
            <a:r>
              <a:rPr lang="tr-TR" dirty="0" err="1" smtClean="0"/>
              <a:t>sip</a:t>
            </a:r>
            <a:r>
              <a:rPr lang="tr-TR" dirty="0" smtClean="0"/>
              <a:t> sunucusundan gelen aramaların hangi </a:t>
            </a:r>
            <a:r>
              <a:rPr lang="tr-TR" dirty="0" err="1" smtClean="0"/>
              <a:t>FXS</a:t>
            </a:r>
            <a:r>
              <a:rPr lang="tr-TR" dirty="0" smtClean="0"/>
              <a:t> </a:t>
            </a:r>
            <a:r>
              <a:rPr lang="tr-TR" dirty="0" err="1" smtClean="0"/>
              <a:t>hunt</a:t>
            </a:r>
            <a:r>
              <a:rPr lang="tr-TR" dirty="0" smtClean="0"/>
              <a:t> grubunda sonlanacağı bilgisi</a:t>
            </a:r>
          </a:p>
          <a:p>
            <a:r>
              <a:rPr lang="tr-TR" dirty="0" smtClean="0"/>
              <a:t>buraya girilir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0061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21" y="980728"/>
            <a:ext cx="7791450" cy="2600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3021" y="4077072"/>
            <a:ext cx="76519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yapılan bu ayarların neticesinde 1 ve 2 </a:t>
            </a:r>
            <a:r>
              <a:rPr lang="tr-TR" dirty="0" err="1" smtClean="0"/>
              <a:t>nolu</a:t>
            </a:r>
            <a:r>
              <a:rPr lang="tr-TR" dirty="0" smtClean="0"/>
              <a:t> </a:t>
            </a:r>
            <a:r>
              <a:rPr lang="tr-TR" dirty="0" err="1" smtClean="0"/>
              <a:t>FXS</a:t>
            </a:r>
            <a:r>
              <a:rPr lang="tr-TR" dirty="0" smtClean="0"/>
              <a:t> portlarının </a:t>
            </a:r>
            <a:r>
              <a:rPr lang="tr-TR" dirty="0" err="1" smtClean="0"/>
              <a:t>Registered</a:t>
            </a:r>
            <a:r>
              <a:rPr lang="tr-TR" dirty="0" smtClean="0"/>
              <a:t> olduğunu</a:t>
            </a:r>
          </a:p>
          <a:p>
            <a:r>
              <a:rPr lang="tr-TR" dirty="0" smtClean="0"/>
              <a:t>bu bölümden görmeniz lazım, bundan sonra ise arama </a:t>
            </a:r>
            <a:r>
              <a:rPr lang="tr-TR" dirty="0" err="1" smtClean="0"/>
              <a:t>ayapıp</a:t>
            </a:r>
            <a:r>
              <a:rPr lang="tr-TR" dirty="0" smtClean="0"/>
              <a:t> arama alabiliyor </a:t>
            </a:r>
          </a:p>
          <a:p>
            <a:r>
              <a:rPr lang="tr-TR" dirty="0" smtClean="0"/>
              <a:t>olmanız gerekir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574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rcom Haz?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Bircom Haz?r Template.potx</Template>
  <TotalTime>4229</TotalTime>
  <Words>162</Words>
  <Application>Microsoft Office PowerPoint</Application>
  <PresentationFormat>On-screen Show (4:3)</PresentationFormat>
  <Paragraphs>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Bircom Haz?r Template</vt:lpstr>
      <vt:lpstr>FXS Register Per End 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Bircom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Serkan ER</dc:creator>
  <cp:lastModifiedBy>ergin boyaci</cp:lastModifiedBy>
  <cp:revision>232</cp:revision>
  <dcterms:created xsi:type="dcterms:W3CDTF">2011-08-11T06:57:34Z</dcterms:created>
  <dcterms:modified xsi:type="dcterms:W3CDTF">2016-12-20T10:27:04Z</dcterms:modified>
</cp:coreProperties>
</file>